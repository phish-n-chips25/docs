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9" r:id="rId4"/>
    <p:sldId id="260" r:id="rId5"/>
    <p:sldId id="261" r:id="rId6"/>
    <p:sldId id="262" r:id="rId7"/>
    <p:sldId id="264" r:id="rId8"/>
    <p:sldId id="263" r:id="rId9"/>
    <p:sldId id="258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343"/>
    <p:restoredTop sz="79089"/>
  </p:normalViewPr>
  <p:slideViewPr>
    <p:cSldViewPr snapToGrid="0">
      <p:cViewPr varScale="1">
        <p:scale>
          <a:sx n="112" d="100"/>
          <a:sy n="112" d="100"/>
        </p:scale>
        <p:origin x="480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image" Target="../media/image7.jpe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image" Target="../media/image7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3B74B4C-2AB0-4144-8C68-4C8C1B7CBC5D}" type="doc">
      <dgm:prSet loTypeId="urn:microsoft.com/office/officeart/2024/3/layout/verticalVisualTextBlock1" loCatId="Picture" qsTypeId="urn:microsoft.com/office/officeart/2005/8/quickstyle/simple4" qsCatId="simple" csTypeId="urn:microsoft.com/office/officeart/2005/8/colors/accent0_1" csCatId="mainScheme" phldr="1"/>
      <dgm:spPr/>
      <dgm:t>
        <a:bodyPr/>
        <a:lstStyle/>
        <a:p>
          <a:endParaRPr lang="en-GB"/>
        </a:p>
      </dgm:t>
    </dgm:pt>
    <dgm:pt modelId="{64C6C624-B477-8C41-95CD-0D07E51BF21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PT"/>
            <a:t>Session-Based Knowledge Mapping</a:t>
          </a:r>
        </a:p>
      </dgm:t>
    </dgm:pt>
    <dgm:pt modelId="{2C85B74E-0B70-E948-BFF4-2AF1ED5DFC44}" type="parTrans" cxnId="{AE75B427-8DF7-D344-A624-10637E556F06}">
      <dgm:prSet/>
      <dgm:spPr/>
      <dgm:t>
        <a:bodyPr/>
        <a:lstStyle/>
        <a:p>
          <a:endParaRPr lang="en-GB"/>
        </a:p>
      </dgm:t>
    </dgm:pt>
    <dgm:pt modelId="{42629C8A-BE83-574A-B810-8E126A76EED7}" type="sibTrans" cxnId="{AE75B427-8DF7-D344-A624-10637E556F06}">
      <dgm:prSet/>
      <dgm:spPr/>
      <dgm:t>
        <a:bodyPr/>
        <a:lstStyle/>
        <a:p>
          <a:pPr>
            <a:lnSpc>
              <a:spcPct val="100000"/>
            </a:lnSpc>
            <a:defRPr b="1"/>
          </a:pPr>
          <a:endParaRPr lang="en-GB"/>
        </a:p>
      </dgm:t>
    </dgm:pt>
    <dgm:pt modelId="{C9825FC9-B398-2F49-A3F8-7DF1B8823A3D}">
      <dgm:prSet/>
      <dgm:spPr/>
      <dgm:t>
        <a:bodyPr/>
        <a:lstStyle/>
        <a:p>
          <a:pPr>
            <a:lnSpc>
              <a:spcPct val="100000"/>
            </a:lnSpc>
          </a:pPr>
          <a:r>
            <a:rPr lang="en-PT"/>
            <a:t>We conducted sessions to identify pain points and generate targeted questions, leading to deeper understanding and clarity.</a:t>
          </a:r>
        </a:p>
      </dgm:t>
    </dgm:pt>
    <dgm:pt modelId="{3A6619B0-B9D0-6242-A725-0D4B064E9AFB}" type="parTrans" cxnId="{F97EE92B-707D-0C4C-8FB5-9DAA9DCE0871}">
      <dgm:prSet/>
      <dgm:spPr/>
      <dgm:t>
        <a:bodyPr/>
        <a:lstStyle/>
        <a:p>
          <a:endParaRPr lang="en-GB"/>
        </a:p>
      </dgm:t>
    </dgm:pt>
    <dgm:pt modelId="{C5954AB4-55F5-A242-A0D7-1BDD78D1AB64}" type="sibTrans" cxnId="{F97EE92B-707D-0C4C-8FB5-9DAA9DCE0871}">
      <dgm:prSet/>
      <dgm:spPr/>
      <dgm:t>
        <a:bodyPr/>
        <a:lstStyle/>
        <a:p>
          <a:endParaRPr lang="en-GB"/>
        </a:p>
      </dgm:t>
    </dgm:pt>
    <dgm:pt modelId="{79D8DF17-B422-5E41-A72D-72319E341121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PT"/>
            <a:t>Validation of Security Insights</a:t>
          </a:r>
        </a:p>
      </dgm:t>
    </dgm:pt>
    <dgm:pt modelId="{249344A2-A8DC-9042-BE12-0D9C502EFDB6}" type="parTrans" cxnId="{42F196FE-3A50-F340-B834-FF06FAE911AB}">
      <dgm:prSet/>
      <dgm:spPr/>
      <dgm:t>
        <a:bodyPr/>
        <a:lstStyle/>
        <a:p>
          <a:endParaRPr lang="en-GB"/>
        </a:p>
      </dgm:t>
    </dgm:pt>
    <dgm:pt modelId="{BED51231-40BB-6844-AE3E-099483DF4471}" type="sibTrans" cxnId="{42F196FE-3A50-F340-B834-FF06FAE911AB}">
      <dgm:prSet/>
      <dgm:spPr/>
      <dgm:t>
        <a:bodyPr/>
        <a:lstStyle/>
        <a:p>
          <a:pPr>
            <a:lnSpc>
              <a:spcPct val="100000"/>
            </a:lnSpc>
            <a:defRPr b="1"/>
          </a:pPr>
          <a:endParaRPr lang="en-GB"/>
        </a:p>
      </dgm:t>
    </dgm:pt>
    <dgm:pt modelId="{E4BB8473-839F-EE48-8B16-998711B9BC17}">
      <dgm:prSet/>
      <dgm:spPr/>
      <dgm:t>
        <a:bodyPr/>
        <a:lstStyle/>
        <a:p>
          <a:pPr>
            <a:lnSpc>
              <a:spcPct val="100000"/>
            </a:lnSpc>
          </a:pPr>
          <a:r>
            <a:rPr lang="en-PT"/>
            <a:t>Key insights about redirect chains, domain reputation and false positives were validated and systematically collected for accuracy.</a:t>
          </a:r>
        </a:p>
      </dgm:t>
    </dgm:pt>
    <dgm:pt modelId="{94C38F39-B40C-1944-AD54-6AF9FBF22E42}" type="parTrans" cxnId="{0753C018-D609-AA4F-9311-375F22305465}">
      <dgm:prSet/>
      <dgm:spPr/>
      <dgm:t>
        <a:bodyPr/>
        <a:lstStyle/>
        <a:p>
          <a:endParaRPr lang="en-GB"/>
        </a:p>
      </dgm:t>
    </dgm:pt>
    <dgm:pt modelId="{AFF75D2F-6A2E-F24E-A568-0A438A3D928B}" type="sibTrans" cxnId="{0753C018-D609-AA4F-9311-375F22305465}">
      <dgm:prSet/>
      <dgm:spPr/>
      <dgm:t>
        <a:bodyPr/>
        <a:lstStyle/>
        <a:p>
          <a:endParaRPr lang="en-GB"/>
        </a:p>
      </dgm:t>
    </dgm:pt>
    <dgm:pt modelId="{3507787F-D23B-714C-96DC-3C4D9B7FA124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PT"/>
            <a:t>Rule Translation and Integration</a:t>
          </a:r>
        </a:p>
      </dgm:t>
    </dgm:pt>
    <dgm:pt modelId="{B61F9310-E98F-4F4D-9AC5-87B89EB899B8}" type="parTrans" cxnId="{7E66DBFF-F6EC-3C4D-AD3A-B2D78A56214D}">
      <dgm:prSet/>
      <dgm:spPr/>
      <dgm:t>
        <a:bodyPr/>
        <a:lstStyle/>
        <a:p>
          <a:endParaRPr lang="en-GB"/>
        </a:p>
      </dgm:t>
    </dgm:pt>
    <dgm:pt modelId="{042E55A9-25C9-2B4C-92CD-E6D7F99A7A46}" type="sibTrans" cxnId="{7E66DBFF-F6EC-3C4D-AD3A-B2D78A56214D}">
      <dgm:prSet/>
      <dgm:spPr/>
      <dgm:t>
        <a:bodyPr/>
        <a:lstStyle/>
        <a:p>
          <a:endParaRPr lang="en-GB"/>
        </a:p>
      </dgm:t>
    </dgm:pt>
    <dgm:pt modelId="{44D85024-9308-014B-B48A-5CBF117155C7}">
      <dgm:prSet/>
      <dgm:spPr/>
      <dgm:t>
        <a:bodyPr/>
        <a:lstStyle/>
        <a:p>
          <a:pPr>
            <a:lnSpc>
              <a:spcPct val="100000"/>
            </a:lnSpc>
          </a:pPr>
          <a:r>
            <a:rPr lang="en-PT" dirty="0"/>
            <a:t>Findings were converted into Drools rules, integrated with security APIs, and refined through feedback cycles.</a:t>
          </a:r>
        </a:p>
      </dgm:t>
    </dgm:pt>
    <dgm:pt modelId="{F5A56AEC-7419-2648-ABCB-98245F6F0DF5}" type="parTrans" cxnId="{F8D8A09D-F3D2-E54C-9D1D-9D117DC9696C}">
      <dgm:prSet/>
      <dgm:spPr/>
      <dgm:t>
        <a:bodyPr/>
        <a:lstStyle/>
        <a:p>
          <a:endParaRPr lang="en-GB"/>
        </a:p>
      </dgm:t>
    </dgm:pt>
    <dgm:pt modelId="{58F24B0E-C3C3-D84F-A971-18AFFC1B0133}" type="sibTrans" cxnId="{F8D8A09D-F3D2-E54C-9D1D-9D117DC9696C}">
      <dgm:prSet/>
      <dgm:spPr/>
      <dgm:t>
        <a:bodyPr/>
        <a:lstStyle/>
        <a:p>
          <a:endParaRPr lang="en-GB"/>
        </a:p>
      </dgm:t>
    </dgm:pt>
    <dgm:pt modelId="{0F15E3F2-4B75-40DE-81C6-1E1A747BE3A0}" type="pres">
      <dgm:prSet presAssocID="{33B74B4C-2AB0-4144-8C68-4C8C1B7CBC5D}" presName="Root" presStyleCnt="0">
        <dgm:presLayoutVars>
          <dgm:dir/>
          <dgm:resizeHandles val="exact"/>
        </dgm:presLayoutVars>
      </dgm:prSet>
      <dgm:spPr/>
    </dgm:pt>
    <dgm:pt modelId="{A7E46D9D-3549-4B9E-8D8C-0C1F0466ADA1}" type="pres">
      <dgm:prSet presAssocID="{64C6C624-B477-8C41-95CD-0D07E51BF212}" presName="Composite" presStyleCnt="0"/>
      <dgm:spPr/>
    </dgm:pt>
    <dgm:pt modelId="{0C78EC27-3996-4BB7-B42A-2428F0FFFE01}" type="pres">
      <dgm:prSet presAssocID="{64C6C624-B477-8C41-95CD-0D07E51BF212}" presName="Picture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552" r="5703" b="7"/>
          <a:stretch/>
        </a:blipFill>
      </dgm:spPr>
      <dgm:extLst>
        <a:ext uri="{E40237B7-FDA0-4F09-8148-C483321AD2D9}">
          <dgm14:cNvPr xmlns:dgm14="http://schemas.microsoft.com/office/drawing/2010/diagram" id="0" name="" descr="Group working on graphs"/>
        </a:ext>
      </dgm:extLst>
    </dgm:pt>
    <dgm:pt modelId="{5FD5D1A5-D160-4B7F-9D07-BDE49F783739}" type="pres">
      <dgm:prSet presAssocID="{64C6C624-B477-8C41-95CD-0D07E51BF212}" presName="Subtitle" presStyleLbl="revTx" presStyleIdx="0" presStyleCnt="6">
        <dgm:presLayoutVars>
          <dgm:chMax val="0"/>
          <dgm:bulletEnabled/>
        </dgm:presLayoutVars>
      </dgm:prSet>
      <dgm:spPr/>
    </dgm:pt>
    <dgm:pt modelId="{BCBE514E-FBDD-49B7-B89B-2C311DD91A3D}" type="pres">
      <dgm:prSet presAssocID="{64C6C624-B477-8C41-95CD-0D07E51BF212}" presName="Description" presStyleLbl="revTx" presStyleIdx="1" presStyleCnt="6">
        <dgm:presLayoutVars>
          <dgm:bulletEnabled/>
        </dgm:presLayoutVars>
      </dgm:prSet>
      <dgm:spPr/>
    </dgm:pt>
    <dgm:pt modelId="{B1DAAB02-46BA-4643-9427-C489BA4DC685}" type="pres">
      <dgm:prSet presAssocID="{42629C8A-BE83-574A-B810-8E126A76EED7}" presName="sibTrans" presStyleLbl="sibTrans2D1" presStyleIdx="0" presStyleCnt="0"/>
      <dgm:spPr/>
    </dgm:pt>
    <dgm:pt modelId="{7190CDC2-23AE-4271-B021-D7DE2AC72BF9}" type="pres">
      <dgm:prSet presAssocID="{79D8DF17-B422-5E41-A72D-72319E341121}" presName="Composite" presStyleCnt="0"/>
      <dgm:spPr/>
    </dgm:pt>
    <dgm:pt modelId="{E7B25A51-D849-4819-90AC-A575F88725D9}" type="pres">
      <dgm:prSet presAssocID="{79D8DF17-B422-5E41-A72D-72319E341121}" presName="Picture" presStyleLbl="node1" presStyleIdx="1" presStyleCnt="3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08" r="12887" b="-6"/>
          <a:stretch/>
        </a:blipFill>
      </dgm:spPr>
      <dgm:extLst>
        <a:ext uri="{E40237B7-FDA0-4F09-8148-C483321AD2D9}">
          <dgm14:cNvPr xmlns:dgm14="http://schemas.microsoft.com/office/drawing/2010/diagram" id="0" name="" descr="Correct check box digital concept on the circuit board"/>
        </a:ext>
      </dgm:extLst>
    </dgm:pt>
    <dgm:pt modelId="{C170E4BA-882A-46A1-BB8D-B7463FCBAC01}" type="pres">
      <dgm:prSet presAssocID="{79D8DF17-B422-5E41-A72D-72319E341121}" presName="Subtitle" presStyleLbl="revTx" presStyleIdx="2" presStyleCnt="6">
        <dgm:presLayoutVars>
          <dgm:chMax val="0"/>
          <dgm:bulletEnabled/>
        </dgm:presLayoutVars>
      </dgm:prSet>
      <dgm:spPr/>
    </dgm:pt>
    <dgm:pt modelId="{D293A74C-CEEC-43C5-9A4D-7BDED8E9822A}" type="pres">
      <dgm:prSet presAssocID="{79D8DF17-B422-5E41-A72D-72319E341121}" presName="Description" presStyleLbl="revTx" presStyleIdx="3" presStyleCnt="6">
        <dgm:presLayoutVars>
          <dgm:bulletEnabled/>
        </dgm:presLayoutVars>
      </dgm:prSet>
      <dgm:spPr/>
    </dgm:pt>
    <dgm:pt modelId="{79308732-6084-47CF-BDFC-CA3F192D3E2D}" type="pres">
      <dgm:prSet presAssocID="{BED51231-40BB-6844-AE3E-099483DF4471}" presName="sibTrans" presStyleLbl="sibTrans2D1" presStyleIdx="0" presStyleCnt="0"/>
      <dgm:spPr/>
    </dgm:pt>
    <dgm:pt modelId="{C3D93F11-3F6E-4D40-9761-8EC6EA585514}" type="pres">
      <dgm:prSet presAssocID="{3507787F-D23B-714C-96DC-3C4D9B7FA124}" presName="Composite" presStyleCnt="0"/>
      <dgm:spPr/>
    </dgm:pt>
    <dgm:pt modelId="{54C50F78-A48B-46A1-A83B-135A87E79030}" type="pres">
      <dgm:prSet presAssocID="{3507787F-D23B-714C-96DC-3C4D9B7FA124}" presName="Picture" presStyleLbl="node1" presStyleIdx="2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37" r="22518" b="7"/>
          <a:stretch/>
        </a:blipFill>
      </dgm:spPr>
      <dgm:extLst>
        <a:ext uri="{E40237B7-FDA0-4F09-8148-C483321AD2D9}">
          <dgm14:cNvPr xmlns:dgm14="http://schemas.microsoft.com/office/drawing/2010/diagram" id="0" name="" descr="Red Communication bubbles with copy space are connected each other with black arrows. This image shows the social media, and online communication between people."/>
        </a:ext>
      </dgm:extLst>
    </dgm:pt>
    <dgm:pt modelId="{311DF951-51E5-49B6-B658-C097BDBCF8FE}" type="pres">
      <dgm:prSet presAssocID="{3507787F-D23B-714C-96DC-3C4D9B7FA124}" presName="Subtitle" presStyleLbl="revTx" presStyleIdx="4" presStyleCnt="6">
        <dgm:presLayoutVars>
          <dgm:chMax val="0"/>
          <dgm:bulletEnabled/>
        </dgm:presLayoutVars>
      </dgm:prSet>
      <dgm:spPr/>
    </dgm:pt>
    <dgm:pt modelId="{932CDDB1-349F-4CDA-BE47-F9CDA42FF67C}" type="pres">
      <dgm:prSet presAssocID="{3507787F-D23B-714C-96DC-3C4D9B7FA124}" presName="Description" presStyleLbl="revTx" presStyleIdx="5" presStyleCnt="6">
        <dgm:presLayoutVars>
          <dgm:bulletEnabled/>
        </dgm:presLayoutVars>
      </dgm:prSet>
      <dgm:spPr/>
    </dgm:pt>
  </dgm:ptLst>
  <dgm:cxnLst>
    <dgm:cxn modelId="{B70B7517-6107-924B-A23C-3C51CDC521B0}" type="presOf" srcId="{E4BB8473-839F-EE48-8B16-998711B9BC17}" destId="{D293A74C-CEEC-43C5-9A4D-7BDED8E9822A}" srcOrd="0" destOrd="0" presId="urn:microsoft.com/office/officeart/2024/3/layout/verticalVisualTextBlock1"/>
    <dgm:cxn modelId="{0753C018-D609-AA4F-9311-375F22305465}" srcId="{79D8DF17-B422-5E41-A72D-72319E341121}" destId="{E4BB8473-839F-EE48-8B16-998711B9BC17}" srcOrd="0" destOrd="0" parTransId="{94C38F39-B40C-1944-AD54-6AF9FBF22E42}" sibTransId="{AFF75D2F-6A2E-F24E-A568-0A438A3D928B}"/>
    <dgm:cxn modelId="{80E3681A-F5FE-AC40-B04D-BF4C74B085AC}" type="presOf" srcId="{3507787F-D23B-714C-96DC-3C4D9B7FA124}" destId="{311DF951-51E5-49B6-B658-C097BDBCF8FE}" srcOrd="0" destOrd="0" presId="urn:microsoft.com/office/officeart/2024/3/layout/verticalVisualTextBlock1"/>
    <dgm:cxn modelId="{AE75B427-8DF7-D344-A624-10637E556F06}" srcId="{33B74B4C-2AB0-4144-8C68-4C8C1B7CBC5D}" destId="{64C6C624-B477-8C41-95CD-0D07E51BF212}" srcOrd="0" destOrd="0" parTransId="{2C85B74E-0B70-E948-BFF4-2AF1ED5DFC44}" sibTransId="{42629C8A-BE83-574A-B810-8E126A76EED7}"/>
    <dgm:cxn modelId="{F97EE92B-707D-0C4C-8FB5-9DAA9DCE0871}" srcId="{64C6C624-B477-8C41-95CD-0D07E51BF212}" destId="{C9825FC9-B398-2F49-A3F8-7DF1B8823A3D}" srcOrd="0" destOrd="0" parTransId="{3A6619B0-B9D0-6242-A725-0D4B064E9AFB}" sibTransId="{C5954AB4-55F5-A242-A0D7-1BDD78D1AB64}"/>
    <dgm:cxn modelId="{3486DE34-E089-5D4D-A915-BFE505C5DB74}" type="presOf" srcId="{64C6C624-B477-8C41-95CD-0D07E51BF212}" destId="{5FD5D1A5-D160-4B7F-9D07-BDE49F783739}" srcOrd="0" destOrd="0" presId="urn:microsoft.com/office/officeart/2024/3/layout/verticalVisualTextBlock1"/>
    <dgm:cxn modelId="{EBFCFC61-DB13-B248-BFE3-77FC55977EFB}" type="presOf" srcId="{42629C8A-BE83-574A-B810-8E126A76EED7}" destId="{B1DAAB02-46BA-4643-9427-C489BA4DC685}" srcOrd="0" destOrd="0" presId="urn:microsoft.com/office/officeart/2024/3/layout/verticalVisualTextBlock1"/>
    <dgm:cxn modelId="{8E9A647E-A95F-9F4D-B903-1B430027AD1B}" type="presOf" srcId="{44D85024-9308-014B-B48A-5CBF117155C7}" destId="{932CDDB1-349F-4CDA-BE47-F9CDA42FF67C}" srcOrd="0" destOrd="0" presId="urn:microsoft.com/office/officeart/2024/3/layout/verticalVisualTextBlock1"/>
    <dgm:cxn modelId="{701EB584-75BD-FE45-A2C5-4EA8FE16E096}" type="presOf" srcId="{79D8DF17-B422-5E41-A72D-72319E341121}" destId="{C170E4BA-882A-46A1-BB8D-B7463FCBAC01}" srcOrd="0" destOrd="0" presId="urn:microsoft.com/office/officeart/2024/3/layout/verticalVisualTextBlock1"/>
    <dgm:cxn modelId="{D17BAD8E-9F90-464D-B60F-C667BA0D8224}" type="presOf" srcId="{C9825FC9-B398-2F49-A3F8-7DF1B8823A3D}" destId="{BCBE514E-FBDD-49B7-B89B-2C311DD91A3D}" srcOrd="0" destOrd="0" presId="urn:microsoft.com/office/officeart/2024/3/layout/verticalVisualTextBlock1"/>
    <dgm:cxn modelId="{F8D8A09D-F3D2-E54C-9D1D-9D117DC9696C}" srcId="{3507787F-D23B-714C-96DC-3C4D9B7FA124}" destId="{44D85024-9308-014B-B48A-5CBF117155C7}" srcOrd="0" destOrd="0" parTransId="{F5A56AEC-7419-2648-ABCB-98245F6F0DF5}" sibTransId="{58F24B0E-C3C3-D84F-A971-18AFFC1B0133}"/>
    <dgm:cxn modelId="{B0F902BC-7BCE-0B49-95D1-CEE528C709F4}" type="presOf" srcId="{BED51231-40BB-6844-AE3E-099483DF4471}" destId="{79308732-6084-47CF-BDFC-CA3F192D3E2D}" srcOrd="0" destOrd="0" presId="urn:microsoft.com/office/officeart/2024/3/layout/verticalVisualTextBlock1"/>
    <dgm:cxn modelId="{927B59CD-0B8C-6C4B-A7DA-48EB7AC3CFA9}" type="presOf" srcId="{33B74B4C-2AB0-4144-8C68-4C8C1B7CBC5D}" destId="{0F15E3F2-4B75-40DE-81C6-1E1A747BE3A0}" srcOrd="0" destOrd="0" presId="urn:microsoft.com/office/officeart/2024/3/layout/verticalVisualTextBlock1"/>
    <dgm:cxn modelId="{42F196FE-3A50-F340-B834-FF06FAE911AB}" srcId="{33B74B4C-2AB0-4144-8C68-4C8C1B7CBC5D}" destId="{79D8DF17-B422-5E41-A72D-72319E341121}" srcOrd="1" destOrd="0" parTransId="{249344A2-A8DC-9042-BE12-0D9C502EFDB6}" sibTransId="{BED51231-40BB-6844-AE3E-099483DF4471}"/>
    <dgm:cxn modelId="{7E66DBFF-F6EC-3C4D-AD3A-B2D78A56214D}" srcId="{33B74B4C-2AB0-4144-8C68-4C8C1B7CBC5D}" destId="{3507787F-D23B-714C-96DC-3C4D9B7FA124}" srcOrd="2" destOrd="0" parTransId="{B61F9310-E98F-4F4D-9AC5-87B89EB899B8}" sibTransId="{042E55A9-25C9-2B4C-92CD-E6D7F99A7A46}"/>
    <dgm:cxn modelId="{EC3DAE56-51A9-2442-B80D-C191CF45FE67}" type="presParOf" srcId="{0F15E3F2-4B75-40DE-81C6-1E1A747BE3A0}" destId="{A7E46D9D-3549-4B9E-8D8C-0C1F0466ADA1}" srcOrd="0" destOrd="0" presId="urn:microsoft.com/office/officeart/2024/3/layout/verticalVisualTextBlock1"/>
    <dgm:cxn modelId="{62A5E0E6-BC50-0B42-B8D6-3D7A27FF4326}" type="presParOf" srcId="{A7E46D9D-3549-4B9E-8D8C-0C1F0466ADA1}" destId="{0C78EC27-3996-4BB7-B42A-2428F0FFFE01}" srcOrd="0" destOrd="0" presId="urn:microsoft.com/office/officeart/2024/3/layout/verticalVisualTextBlock1"/>
    <dgm:cxn modelId="{1F72D397-496C-0A4A-BCC5-8C564D7E30D1}" type="presParOf" srcId="{A7E46D9D-3549-4B9E-8D8C-0C1F0466ADA1}" destId="{5FD5D1A5-D160-4B7F-9D07-BDE49F783739}" srcOrd="1" destOrd="0" presId="urn:microsoft.com/office/officeart/2024/3/layout/verticalVisualTextBlock1"/>
    <dgm:cxn modelId="{CDDE01C1-83C6-A242-881A-6959EF5D0316}" type="presParOf" srcId="{A7E46D9D-3549-4B9E-8D8C-0C1F0466ADA1}" destId="{BCBE514E-FBDD-49B7-B89B-2C311DD91A3D}" srcOrd="2" destOrd="0" presId="urn:microsoft.com/office/officeart/2024/3/layout/verticalVisualTextBlock1"/>
    <dgm:cxn modelId="{0AEFC4C5-9FE7-CE44-8A9C-86DD3419FEB9}" type="presParOf" srcId="{0F15E3F2-4B75-40DE-81C6-1E1A747BE3A0}" destId="{B1DAAB02-46BA-4643-9427-C489BA4DC685}" srcOrd="1" destOrd="0" presId="urn:microsoft.com/office/officeart/2024/3/layout/verticalVisualTextBlock1"/>
    <dgm:cxn modelId="{D286EFE4-C6B2-C246-99C4-88CD7CD4013A}" type="presParOf" srcId="{0F15E3F2-4B75-40DE-81C6-1E1A747BE3A0}" destId="{7190CDC2-23AE-4271-B021-D7DE2AC72BF9}" srcOrd="2" destOrd="0" presId="urn:microsoft.com/office/officeart/2024/3/layout/verticalVisualTextBlock1"/>
    <dgm:cxn modelId="{32DC53A7-C69F-234D-829A-84A9AA2BE1F6}" type="presParOf" srcId="{7190CDC2-23AE-4271-B021-D7DE2AC72BF9}" destId="{E7B25A51-D849-4819-90AC-A575F88725D9}" srcOrd="0" destOrd="0" presId="urn:microsoft.com/office/officeart/2024/3/layout/verticalVisualTextBlock1"/>
    <dgm:cxn modelId="{2D0E2506-6D9D-B04C-A8FF-3B1CF5581FF0}" type="presParOf" srcId="{7190CDC2-23AE-4271-B021-D7DE2AC72BF9}" destId="{C170E4BA-882A-46A1-BB8D-B7463FCBAC01}" srcOrd="1" destOrd="0" presId="urn:microsoft.com/office/officeart/2024/3/layout/verticalVisualTextBlock1"/>
    <dgm:cxn modelId="{F2A988B3-A04E-FF46-ADD4-B0451E49BF9B}" type="presParOf" srcId="{7190CDC2-23AE-4271-B021-D7DE2AC72BF9}" destId="{D293A74C-CEEC-43C5-9A4D-7BDED8E9822A}" srcOrd="2" destOrd="0" presId="urn:microsoft.com/office/officeart/2024/3/layout/verticalVisualTextBlock1"/>
    <dgm:cxn modelId="{803A05A0-D8E8-E348-A792-1D90C1372096}" type="presParOf" srcId="{0F15E3F2-4B75-40DE-81C6-1E1A747BE3A0}" destId="{79308732-6084-47CF-BDFC-CA3F192D3E2D}" srcOrd="3" destOrd="0" presId="urn:microsoft.com/office/officeart/2024/3/layout/verticalVisualTextBlock1"/>
    <dgm:cxn modelId="{812D03D5-FBC4-6643-8B99-AC0C0F28DC59}" type="presParOf" srcId="{0F15E3F2-4B75-40DE-81C6-1E1A747BE3A0}" destId="{C3D93F11-3F6E-4D40-9761-8EC6EA585514}" srcOrd="4" destOrd="0" presId="urn:microsoft.com/office/officeart/2024/3/layout/verticalVisualTextBlock1"/>
    <dgm:cxn modelId="{06E100F2-CB67-CA40-89E4-115DBA6DED20}" type="presParOf" srcId="{C3D93F11-3F6E-4D40-9761-8EC6EA585514}" destId="{54C50F78-A48B-46A1-A83B-135A87E79030}" srcOrd="0" destOrd="0" presId="urn:microsoft.com/office/officeart/2024/3/layout/verticalVisualTextBlock1"/>
    <dgm:cxn modelId="{8AE16747-F48A-DD4E-8A82-D53CD2533C4D}" type="presParOf" srcId="{C3D93F11-3F6E-4D40-9761-8EC6EA585514}" destId="{311DF951-51E5-49B6-B658-C097BDBCF8FE}" srcOrd="1" destOrd="0" presId="urn:microsoft.com/office/officeart/2024/3/layout/verticalVisualTextBlock1"/>
    <dgm:cxn modelId="{D38B65DE-7A53-4E47-A9E2-F98B3C1AEE86}" type="presParOf" srcId="{C3D93F11-3F6E-4D40-9761-8EC6EA585514}" destId="{932CDDB1-349F-4CDA-BE47-F9CDA42FF67C}" srcOrd="2" destOrd="0" presId="urn:microsoft.com/office/officeart/2024/3/layout/verticalVisualTextBlock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78EC27-3996-4BB7-B42A-2428F0FFFE01}">
      <dsp:nvSpPr>
        <dsp:cNvPr id="0" name=""/>
        <dsp:cNvSpPr/>
      </dsp:nvSpPr>
      <dsp:spPr>
        <a:xfrm>
          <a:off x="0" y="0"/>
          <a:ext cx="1486290" cy="148629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552" r="5703" b="7"/>
          <a:stretch/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FD5D1A5-D160-4B7F-9D07-BDE49F783739}">
      <dsp:nvSpPr>
        <dsp:cNvPr id="0" name=""/>
        <dsp:cNvSpPr/>
      </dsp:nvSpPr>
      <dsp:spPr>
        <a:xfrm>
          <a:off x="1666290" y="0"/>
          <a:ext cx="4165653" cy="3383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22860" rIns="22860" bIns="2286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PT" sz="1800" kern="1200"/>
            <a:t>Session-Based Knowledge Mapping</a:t>
          </a:r>
        </a:p>
      </dsp:txBody>
      <dsp:txXfrm>
        <a:off x="1666290" y="0"/>
        <a:ext cx="4165653" cy="338333"/>
      </dsp:txXfrm>
    </dsp:sp>
    <dsp:sp modelId="{BCBE514E-FBDD-49B7-B89B-2C311DD91A3D}">
      <dsp:nvSpPr>
        <dsp:cNvPr id="0" name=""/>
        <dsp:cNvSpPr/>
      </dsp:nvSpPr>
      <dsp:spPr>
        <a:xfrm>
          <a:off x="1666290" y="338333"/>
          <a:ext cx="4165653" cy="1147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7780" rIns="17780" bIns="1778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T" sz="1400" kern="1200"/>
            <a:t>We conducted sessions to identify pain points and generate targeted questions, leading to deeper understanding and clarity.</a:t>
          </a:r>
        </a:p>
      </dsp:txBody>
      <dsp:txXfrm>
        <a:off x="1666290" y="338333"/>
        <a:ext cx="4165653" cy="1147957"/>
      </dsp:txXfrm>
    </dsp:sp>
    <dsp:sp modelId="{E7B25A51-D849-4819-90AC-A575F88725D9}">
      <dsp:nvSpPr>
        <dsp:cNvPr id="0" name=""/>
        <dsp:cNvSpPr/>
      </dsp:nvSpPr>
      <dsp:spPr>
        <a:xfrm>
          <a:off x="0" y="1605194"/>
          <a:ext cx="1486290" cy="1486290"/>
        </a:xfrm>
        <a:prstGeom prst="rect">
          <a:avLst/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08" r="12887" b="-6"/>
          <a:stretch/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170E4BA-882A-46A1-BB8D-B7463FCBAC01}">
      <dsp:nvSpPr>
        <dsp:cNvPr id="0" name=""/>
        <dsp:cNvSpPr/>
      </dsp:nvSpPr>
      <dsp:spPr>
        <a:xfrm>
          <a:off x="1666290" y="1605194"/>
          <a:ext cx="4165653" cy="3383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22860" rIns="22860" bIns="2286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PT" sz="1800" kern="1200"/>
            <a:t>Validation of Security Insights</a:t>
          </a:r>
        </a:p>
      </dsp:txBody>
      <dsp:txXfrm>
        <a:off x="1666290" y="1605194"/>
        <a:ext cx="4165653" cy="338333"/>
      </dsp:txXfrm>
    </dsp:sp>
    <dsp:sp modelId="{D293A74C-CEEC-43C5-9A4D-7BDED8E9822A}">
      <dsp:nvSpPr>
        <dsp:cNvPr id="0" name=""/>
        <dsp:cNvSpPr/>
      </dsp:nvSpPr>
      <dsp:spPr>
        <a:xfrm>
          <a:off x="1666290" y="1943527"/>
          <a:ext cx="4165653" cy="1147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7780" rIns="17780" bIns="1778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T" sz="1400" kern="1200"/>
            <a:t>Key insights about redirect chains, domain reputation and false positives were validated and systematically collected for accuracy.</a:t>
          </a:r>
        </a:p>
      </dsp:txBody>
      <dsp:txXfrm>
        <a:off x="1666290" y="1943527"/>
        <a:ext cx="4165653" cy="1147957"/>
      </dsp:txXfrm>
    </dsp:sp>
    <dsp:sp modelId="{54C50F78-A48B-46A1-A83B-135A87E79030}">
      <dsp:nvSpPr>
        <dsp:cNvPr id="0" name=""/>
        <dsp:cNvSpPr/>
      </dsp:nvSpPr>
      <dsp:spPr>
        <a:xfrm>
          <a:off x="0" y="3210388"/>
          <a:ext cx="1486290" cy="148629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37" r="22518" b="7"/>
          <a:stretch/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11DF951-51E5-49B6-B658-C097BDBCF8FE}">
      <dsp:nvSpPr>
        <dsp:cNvPr id="0" name=""/>
        <dsp:cNvSpPr/>
      </dsp:nvSpPr>
      <dsp:spPr>
        <a:xfrm>
          <a:off x="1666290" y="3210388"/>
          <a:ext cx="4165653" cy="3383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22860" rIns="22860" bIns="2286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PT" sz="1800" kern="1200"/>
            <a:t>Rule Translation and Integration</a:t>
          </a:r>
        </a:p>
      </dsp:txBody>
      <dsp:txXfrm>
        <a:off x="1666290" y="3210388"/>
        <a:ext cx="4165653" cy="338333"/>
      </dsp:txXfrm>
    </dsp:sp>
    <dsp:sp modelId="{932CDDB1-349F-4CDA-BE47-F9CDA42FF67C}">
      <dsp:nvSpPr>
        <dsp:cNvPr id="0" name=""/>
        <dsp:cNvSpPr/>
      </dsp:nvSpPr>
      <dsp:spPr>
        <a:xfrm>
          <a:off x="1666290" y="3548721"/>
          <a:ext cx="4165653" cy="1147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7780" rIns="17780" bIns="1778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T" sz="1400" kern="1200" dirty="0"/>
            <a:t>Findings were converted into Drools rules, integrated with security APIs, and refined through feedback cycles.</a:t>
          </a:r>
        </a:p>
      </dsp:txBody>
      <dsp:txXfrm>
        <a:off x="1666290" y="3548721"/>
        <a:ext cx="4165653" cy="114795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24/3/layout/verticalVisualTextBlock1">
  <dgm:title val="Vertical Visual Text Blocks"/>
  <dgm:desc val="Pictures with short bits of text with formatted headers. Use as an easier-to-read alternative to a bulleted list."/>
  <dgm:catLst>
    <dgm:cat type="picture" pri="1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Root">
    <dgm:varLst>
      <dgm:dir/>
      <dgm:resizeHandles val="exact"/>
    </dgm:varLst>
    <dgm:choose name="BasedOnLanguageDirection">
      <dgm:if name="LeftToRight" func="var" arg="dir" op="equ" val="norm">
        <dgm:alg type="lin">
          <dgm:param type="linDir" val="fromT"/>
          <dgm:param type="vertAlign" val="t"/>
          <dgm:param type="horzAlign" val="l"/>
        </dgm:alg>
      </dgm:if>
      <dgm:else name="RightToLeft">
        <dgm:alg type="lin">
          <dgm:param type="linDir" val="fromT"/>
          <dgm:param type="vertAlign" val="t"/>
          <dgm:param type="horzAlign" val="r"/>
        </dgm:alg>
      </dgm:else>
    </dgm:choose>
    <dgm:presOf/>
    <dgm:constrLst>
      <dgm:constr type="primFontSz" for="des" forName="Subtitle" op="equ" val="18"/>
      <dgm:constr type="primFontSz" for="des" forName="Description" refType="primFontSz" refFor="des" refForName="Subtitle" op="equ" fact="0.77"/>
      <dgm:constr type="w" for="ch" forName="Composite" refType="w"/>
      <dgm:constr type="h" for="ch" forName="Composite" refType="h"/>
      <dgm:constr type="h" for="ch" forName="sibTrans" refType="h" refFor="ch" refForName="Composite" fact="0.08"/>
      <dgm:constr type="sp" refType="w" refFor="ch" refForName="Composite" op="equ" fact="0.1"/>
    </dgm:constrLst>
    <dgm:ruleLst/>
    <dgm:forEach name="DirectChildrenOfRoot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Picture" refType="w" fact="0.335"/>
          <dgm:constr type="h" for="ch" forName="Picture" refType="w" refFor="ch" refForName="Picture" op="equ"/>
          <dgm:constr type="h" for="ch" forName="Picture" refType="h" op="lte"/>
          <dgm:constr type="l" for="ch" forName="Subtitle" refType="r" refFor="ch" refForName="Picture"/>
          <dgm:constr type="lOff" for="ch" forName="Subtitle" val="5"/>
          <dgm:constr type="h" for="ch" forName="Subtitle" refType="h" fact="0.1"/>
          <dgm:constr type="t" for="ch" forName="Description" refType="b" refFor="ch" refForName="Subtitle"/>
          <dgm:constr type="l" for="ch" forName="Description" refType="r" refFor="ch" refForName="Picture"/>
          <dgm:constr type="lOff" for="ch" forName="Description" val="5"/>
        </dgm:constrLst>
        <dgm:ruleLst/>
        <dgm:layoutNode name="Picture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ubtitle" styleLbl="revTx">
          <dgm:varLst>
            <dgm:chMax val="0"/>
            <dgm:bulletEnabled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hoose name="SubtitleConstraintsBasedOnLanguageDirection">
            <dgm:if name="SubtitleIsLeftToRight" func="var" arg="dir" op="equ" val="norm">
              <dgm:constrLst>
                <dgm:constr type="h" refType="w" op="lte" fact="0.4"/>
                <dgm:constr type="lMarg"/>
                <dgm:constr type="rMarg" refType="primFontSz" fact="0.1"/>
                <dgm:constr type="tMarg" refType="primFontSz" fact="0.1"/>
                <dgm:constr type="bMarg" refType="primFontSz" fact="0.1"/>
              </dgm:constrLst>
            </dgm:if>
            <dgm:else name="SubtitleIsRightToLeft">
              <dgm:constrLst>
                <dgm:constr type="h" refType="w" op="lte" fact="0.4"/>
                <dgm:constr type="rMarg"/>
                <dgm:constr type="lMarg" refType="primFontSz" fact="0.1"/>
                <dgm:constr type="tMarg" refType="primFontSz" fact="0.1"/>
                <dgm:constr type="bMarg" refType="primFontSz" fact="0.1"/>
              </dgm:constrLst>
            </dgm:else>
          </dgm:choose>
          <dgm:ruleLst>
            <dgm:rule type="h" val="INF" fact="NaN" max="NaN"/>
            <dgm:rule type="primFontSz" val="5" fact="NaN" max="NaN"/>
          </dgm:ruleLst>
        </dgm:layoutNode>
        <dgm:layoutNode name="Description" styleLbl="revTx">
          <dgm:varLst>
            <dgm:bulletEnabled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hoose name="DescriptionConstraintsBasedOnLanguageDirection">
            <dgm:if name="DescriptionIsLeftToRight" func="var" arg="dir" op="equ" val="norm">
              <dgm:constrLst>
                <dgm:constr type="lMarg"/>
                <dgm:constr type="rMarg" refType="primFontSz" fact="0.1"/>
                <dgm:constr type="tMarg" refType="primFontSz" fact="0.1"/>
                <dgm:constr type="bMarg" refType="primFontSz" fact="0.1"/>
              </dgm:constrLst>
            </dgm:if>
            <dgm:else name="DescriptionIsRightToLeft">
              <dgm:constrLst>
                <dgm:constr type="lMarg" refType="primFontSz" fact="0.1"/>
                <dgm:constr type="rMarg"/>
                <dgm:constr type="tMarg" refType="primFontSz" fact="0.1"/>
                <dgm:constr type="bMarg" refType="primFontSz" fact="0.1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5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B857D7-EC4C-5B42-B3C3-A2B984B24AEF}" type="datetimeFigureOut">
              <a:rPr lang="pt-PT" smtClean="0"/>
              <a:t>13/10/25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CA6FEA-DDC9-A14E-BD2B-56D1D460014C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7497631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O phishing continua a </a:t>
            </a:r>
            <a:r>
              <a:rPr lang="en-GB" dirty="0" err="1"/>
              <a:t>representar</a:t>
            </a:r>
            <a:r>
              <a:rPr lang="en-GB" dirty="0"/>
              <a:t> </a:t>
            </a:r>
            <a:r>
              <a:rPr lang="en-GB" dirty="0" err="1"/>
              <a:t>uma</a:t>
            </a:r>
            <a:r>
              <a:rPr lang="en-GB" dirty="0"/>
              <a:t> </a:t>
            </a:r>
            <a:r>
              <a:rPr lang="en-GB" dirty="0" err="1"/>
              <a:t>ameaça</a:t>
            </a:r>
            <a:r>
              <a:rPr lang="en-GB" dirty="0"/>
              <a:t> </a:t>
            </a:r>
            <a:r>
              <a:rPr lang="en-GB" dirty="0" err="1"/>
              <a:t>significativa</a:t>
            </a:r>
            <a:r>
              <a:rPr lang="en-GB" dirty="0"/>
              <a:t> para as </a:t>
            </a:r>
            <a:r>
              <a:rPr lang="en-GB" dirty="0" err="1"/>
              <a:t>empresas</a:t>
            </a:r>
            <a:r>
              <a:rPr lang="en-GB" dirty="0"/>
              <a:t>, </a:t>
            </a:r>
            <a:r>
              <a:rPr lang="en-GB" dirty="0" err="1"/>
              <a:t>tornando</a:t>
            </a:r>
            <a:r>
              <a:rPr lang="en-GB" dirty="0"/>
              <a:t> </a:t>
            </a:r>
            <a:r>
              <a:rPr lang="en-GB" dirty="0" err="1"/>
              <a:t>essencial</a:t>
            </a:r>
            <a:r>
              <a:rPr lang="en-GB" dirty="0"/>
              <a:t> o </a:t>
            </a:r>
            <a:r>
              <a:rPr lang="en-GB" dirty="0" err="1"/>
              <a:t>reforço</a:t>
            </a:r>
            <a:r>
              <a:rPr lang="en-GB" dirty="0"/>
              <a:t> das </a:t>
            </a:r>
            <a:r>
              <a:rPr lang="en-GB" dirty="0" err="1"/>
              <a:t>soluções</a:t>
            </a:r>
            <a:r>
              <a:rPr lang="en-GB" dirty="0"/>
              <a:t> de </a:t>
            </a:r>
            <a:r>
              <a:rPr lang="en-GB" dirty="0" err="1"/>
              <a:t>segurança</a:t>
            </a:r>
            <a:r>
              <a:rPr lang="en-GB" dirty="0"/>
              <a:t>. A </a:t>
            </a:r>
            <a:r>
              <a:rPr lang="en-GB" dirty="0" err="1"/>
              <a:t>nossa</a:t>
            </a:r>
            <a:r>
              <a:rPr lang="en-GB" dirty="0"/>
              <a:t> </a:t>
            </a:r>
            <a:r>
              <a:rPr lang="en-GB" dirty="0" err="1"/>
              <a:t>equipa</a:t>
            </a:r>
            <a:r>
              <a:rPr lang="en-GB" dirty="0"/>
              <a:t> </a:t>
            </a:r>
            <a:r>
              <a:rPr lang="en-GB" dirty="0" err="1"/>
              <a:t>está</a:t>
            </a:r>
            <a:r>
              <a:rPr lang="en-GB" dirty="0"/>
              <a:t> a </a:t>
            </a:r>
            <a:r>
              <a:rPr lang="en-GB" dirty="0" err="1"/>
              <a:t>desenvolver</a:t>
            </a:r>
            <a:r>
              <a:rPr lang="en-GB" dirty="0"/>
              <a:t> </a:t>
            </a:r>
            <a:r>
              <a:rPr lang="en-GB" dirty="0" err="1"/>
              <a:t>uma</a:t>
            </a:r>
            <a:r>
              <a:rPr lang="en-GB" dirty="0"/>
              <a:t> </a:t>
            </a:r>
            <a:r>
              <a:rPr lang="en-GB" dirty="0" err="1"/>
              <a:t>solução</a:t>
            </a:r>
            <a:r>
              <a:rPr lang="en-GB" dirty="0"/>
              <a:t> </a:t>
            </a:r>
            <a:r>
              <a:rPr lang="en-GB" dirty="0" err="1"/>
              <a:t>inteligente</a:t>
            </a:r>
            <a:r>
              <a:rPr lang="en-GB" dirty="0"/>
              <a:t> para </a:t>
            </a:r>
            <a:r>
              <a:rPr lang="en-GB" dirty="0" err="1"/>
              <a:t>detetar</a:t>
            </a:r>
            <a:r>
              <a:rPr lang="en-GB" dirty="0"/>
              <a:t> links </a:t>
            </a:r>
            <a:r>
              <a:rPr lang="en-GB" dirty="0" err="1"/>
              <a:t>maliciosos</a:t>
            </a:r>
            <a:r>
              <a:rPr lang="en-GB" dirty="0"/>
              <a:t> e sites de phishing, </a:t>
            </a:r>
            <a:r>
              <a:rPr lang="en-GB" dirty="0" err="1"/>
              <a:t>ultrapassando</a:t>
            </a:r>
            <a:r>
              <a:rPr lang="en-GB" dirty="0"/>
              <a:t> as </a:t>
            </a:r>
            <a:r>
              <a:rPr lang="en-GB" dirty="0" err="1"/>
              <a:t>limitações</a:t>
            </a:r>
            <a:r>
              <a:rPr lang="en-GB" dirty="0"/>
              <a:t> das </a:t>
            </a:r>
            <a:r>
              <a:rPr lang="en-GB" dirty="0" err="1"/>
              <a:t>listas</a:t>
            </a:r>
            <a:r>
              <a:rPr lang="en-GB" dirty="0"/>
              <a:t> </a:t>
            </a:r>
            <a:r>
              <a:rPr lang="en-GB" dirty="0" err="1"/>
              <a:t>negras</a:t>
            </a:r>
            <a:r>
              <a:rPr lang="en-GB" dirty="0"/>
              <a:t> </a:t>
            </a:r>
            <a:r>
              <a:rPr lang="en-GB" dirty="0" err="1"/>
              <a:t>tradicionais</a:t>
            </a:r>
            <a:r>
              <a:rPr lang="en-GB" dirty="0"/>
              <a:t>. Este </a:t>
            </a:r>
            <a:r>
              <a:rPr lang="en-GB" dirty="0" err="1"/>
              <a:t>sistema</a:t>
            </a:r>
            <a:r>
              <a:rPr lang="en-GB" dirty="0"/>
              <a:t> </a:t>
            </a:r>
            <a:r>
              <a:rPr lang="en-GB" dirty="0" err="1"/>
              <a:t>foi</a:t>
            </a:r>
            <a:r>
              <a:rPr lang="en-GB" dirty="0"/>
              <a:t> </a:t>
            </a:r>
            <a:r>
              <a:rPr lang="en-GB" dirty="0" err="1"/>
              <a:t>concebido</a:t>
            </a:r>
            <a:r>
              <a:rPr lang="en-GB" dirty="0"/>
              <a:t> para ser </a:t>
            </a:r>
            <a:r>
              <a:rPr lang="en-GB" dirty="0" err="1"/>
              <a:t>flexível</a:t>
            </a:r>
            <a:r>
              <a:rPr lang="en-GB" dirty="0"/>
              <a:t>, </a:t>
            </a:r>
            <a:r>
              <a:rPr lang="en-GB" dirty="0" err="1"/>
              <a:t>intuitivo</a:t>
            </a:r>
            <a:r>
              <a:rPr lang="en-GB" dirty="0"/>
              <a:t> e </a:t>
            </a:r>
            <a:r>
              <a:rPr lang="en-GB" dirty="0" err="1"/>
              <a:t>escalável</a:t>
            </a:r>
            <a:r>
              <a:rPr lang="en-GB" dirty="0"/>
              <a:t>, </a:t>
            </a:r>
            <a:r>
              <a:rPr lang="en-GB" dirty="0" err="1"/>
              <a:t>garantindo</a:t>
            </a:r>
            <a:r>
              <a:rPr lang="en-GB" dirty="0"/>
              <a:t> </a:t>
            </a:r>
            <a:r>
              <a:rPr lang="en-GB" dirty="0" err="1"/>
              <a:t>uma</a:t>
            </a:r>
            <a:r>
              <a:rPr lang="en-GB" dirty="0"/>
              <a:t> </a:t>
            </a:r>
            <a:r>
              <a:rPr lang="en-GB" dirty="0" err="1"/>
              <a:t>proteção</a:t>
            </a:r>
            <a:r>
              <a:rPr lang="en-GB" dirty="0"/>
              <a:t> </a:t>
            </a:r>
            <a:r>
              <a:rPr lang="en-GB" dirty="0" err="1"/>
              <a:t>sólida</a:t>
            </a:r>
            <a:r>
              <a:rPr lang="en-GB" dirty="0"/>
              <a:t> </a:t>
            </a:r>
            <a:r>
              <a:rPr lang="en-GB" dirty="0" err="1"/>
              <a:t>através</a:t>
            </a:r>
            <a:r>
              <a:rPr lang="en-GB" dirty="0"/>
              <a:t> de </a:t>
            </a:r>
            <a:r>
              <a:rPr lang="en-GB" dirty="0" err="1"/>
              <a:t>métodos</a:t>
            </a:r>
            <a:r>
              <a:rPr lang="en-GB" dirty="0"/>
              <a:t> </a:t>
            </a:r>
            <a:r>
              <a:rPr lang="en-GB" dirty="0" err="1"/>
              <a:t>inovadores</a:t>
            </a:r>
            <a:r>
              <a:rPr lang="en-GB" dirty="0"/>
              <a:t> e </a:t>
            </a:r>
            <a:r>
              <a:rPr lang="en-GB" dirty="0" err="1"/>
              <a:t>adaptáveis</a:t>
            </a:r>
            <a:r>
              <a:rPr lang="en-GB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797D40-ED2C-544E-BF01-61CEF2AD212D}" type="slidenum">
              <a:rPr lang="pt-PT" smtClean="0"/>
              <a:t>2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5869209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Num </a:t>
            </a:r>
            <a:r>
              <a:rPr lang="en-GB" dirty="0" err="1"/>
              <a:t>primeiro</a:t>
            </a:r>
            <a:r>
              <a:rPr lang="en-GB" dirty="0"/>
              <a:t> </a:t>
            </a:r>
            <a:r>
              <a:rPr lang="en-GB" dirty="0" err="1"/>
              <a:t>momento</a:t>
            </a:r>
            <a:r>
              <a:rPr lang="en-GB" dirty="0"/>
              <a:t>, a </a:t>
            </a:r>
            <a:r>
              <a:rPr lang="en-GB" dirty="0" err="1"/>
              <a:t>equipa</a:t>
            </a:r>
            <a:r>
              <a:rPr lang="en-GB" dirty="0"/>
              <a:t> </a:t>
            </a:r>
            <a:r>
              <a:rPr lang="en-GB" dirty="0" err="1"/>
              <a:t>pretende</a:t>
            </a:r>
            <a:r>
              <a:rPr lang="en-GB" dirty="0"/>
              <a:t> </a:t>
            </a:r>
            <a:r>
              <a:rPr lang="en-GB" dirty="0" err="1"/>
              <a:t>identificar</a:t>
            </a:r>
            <a:r>
              <a:rPr lang="en-GB" dirty="0"/>
              <a:t> com rigor </a:t>
            </a:r>
            <a:r>
              <a:rPr lang="en-GB" dirty="0" err="1"/>
              <a:t>os</a:t>
            </a:r>
            <a:r>
              <a:rPr lang="en-GB" dirty="0"/>
              <a:t> </a:t>
            </a:r>
            <a:r>
              <a:rPr lang="en-GB" dirty="0" err="1"/>
              <a:t>sinais</a:t>
            </a:r>
            <a:r>
              <a:rPr lang="en-GB" dirty="0"/>
              <a:t> </a:t>
            </a:r>
            <a:r>
              <a:rPr lang="en-GB" dirty="0" err="1"/>
              <a:t>técnicos</a:t>
            </a:r>
            <a:r>
              <a:rPr lang="en-GB" dirty="0"/>
              <a:t> </a:t>
            </a:r>
            <a:r>
              <a:rPr lang="en-GB" dirty="0" err="1"/>
              <a:t>que</a:t>
            </a:r>
            <a:r>
              <a:rPr lang="en-GB" dirty="0"/>
              <a:t> </a:t>
            </a:r>
            <a:r>
              <a:rPr lang="en-GB" dirty="0" err="1"/>
              <a:t>distinguem</a:t>
            </a:r>
            <a:r>
              <a:rPr lang="en-GB" dirty="0"/>
              <a:t> </a:t>
            </a:r>
            <a:r>
              <a:rPr lang="en-GB" dirty="0" err="1"/>
              <a:t>atividades</a:t>
            </a:r>
            <a:r>
              <a:rPr lang="en-GB" dirty="0"/>
              <a:t> </a:t>
            </a:r>
            <a:r>
              <a:rPr lang="en-GB" dirty="0" err="1"/>
              <a:t>legítimas</a:t>
            </a:r>
            <a:r>
              <a:rPr lang="en-GB" dirty="0"/>
              <a:t> de </a:t>
            </a:r>
            <a:r>
              <a:rPr lang="en-GB" dirty="0" err="1"/>
              <a:t>tentativas</a:t>
            </a:r>
            <a:r>
              <a:rPr lang="en-GB" dirty="0"/>
              <a:t> de phishing. Em </a:t>
            </a:r>
            <a:r>
              <a:rPr lang="en-GB" dirty="0" err="1"/>
              <a:t>seguida</a:t>
            </a:r>
            <a:r>
              <a:rPr lang="en-GB" dirty="0"/>
              <a:t>, o </a:t>
            </a:r>
            <a:r>
              <a:rPr lang="en-GB" dirty="0" err="1"/>
              <a:t>foco</a:t>
            </a:r>
            <a:r>
              <a:rPr lang="en-GB" dirty="0"/>
              <a:t> </a:t>
            </a:r>
            <a:r>
              <a:rPr lang="en-GB" dirty="0" err="1"/>
              <a:t>está</a:t>
            </a:r>
            <a:r>
              <a:rPr lang="en-GB" dirty="0"/>
              <a:t> no </a:t>
            </a:r>
            <a:r>
              <a:rPr lang="en-GB" dirty="0" err="1"/>
              <a:t>desenvolvimento</a:t>
            </a:r>
            <a:r>
              <a:rPr lang="en-GB" dirty="0"/>
              <a:t> de </a:t>
            </a:r>
            <a:r>
              <a:rPr lang="en-GB" dirty="0" err="1"/>
              <a:t>uma</a:t>
            </a:r>
            <a:r>
              <a:rPr lang="en-GB" dirty="0"/>
              <a:t> </a:t>
            </a:r>
            <a:r>
              <a:rPr lang="en-GB" dirty="0" err="1"/>
              <a:t>solução</a:t>
            </a:r>
            <a:r>
              <a:rPr lang="en-GB" dirty="0"/>
              <a:t> </a:t>
            </a:r>
            <a:r>
              <a:rPr lang="en-GB" dirty="0" err="1"/>
              <a:t>avançada</a:t>
            </a:r>
            <a:r>
              <a:rPr lang="en-GB" dirty="0"/>
              <a:t> de </a:t>
            </a:r>
            <a:r>
              <a:rPr lang="en-GB" dirty="0" err="1"/>
              <a:t>deteção</a:t>
            </a:r>
            <a:r>
              <a:rPr lang="en-GB" dirty="0"/>
              <a:t>, </a:t>
            </a:r>
            <a:r>
              <a:rPr lang="en-GB" dirty="0" err="1"/>
              <a:t>combinando</a:t>
            </a:r>
            <a:r>
              <a:rPr lang="en-GB" dirty="0"/>
              <a:t> </a:t>
            </a:r>
            <a:r>
              <a:rPr lang="en-GB" dirty="0" err="1"/>
              <a:t>regras</a:t>
            </a:r>
            <a:r>
              <a:rPr lang="en-GB" dirty="0"/>
              <a:t> e </a:t>
            </a:r>
            <a:r>
              <a:rPr lang="en-GB" dirty="0" err="1"/>
              <a:t>abordagens</a:t>
            </a:r>
            <a:r>
              <a:rPr lang="en-GB" dirty="0"/>
              <a:t> </a:t>
            </a:r>
            <a:r>
              <a:rPr lang="en-GB" dirty="0" err="1"/>
              <a:t>híbridas</a:t>
            </a:r>
            <a:r>
              <a:rPr lang="en-GB" dirty="0"/>
              <a:t> com </a:t>
            </a:r>
            <a:r>
              <a:rPr lang="en-GB" dirty="0" err="1"/>
              <a:t>apoio</a:t>
            </a:r>
            <a:r>
              <a:rPr lang="en-GB" dirty="0"/>
              <a:t> de ferramentas </a:t>
            </a:r>
            <a:r>
              <a:rPr lang="en-GB" dirty="0" err="1"/>
              <a:t>como</a:t>
            </a:r>
            <a:r>
              <a:rPr lang="en-GB" dirty="0"/>
              <a:t> Drools e </a:t>
            </a:r>
            <a:r>
              <a:rPr lang="en-GB" dirty="0" err="1"/>
              <a:t>fontes</a:t>
            </a:r>
            <a:r>
              <a:rPr lang="en-GB" dirty="0"/>
              <a:t> de </a:t>
            </a:r>
            <a:r>
              <a:rPr lang="en-GB" dirty="0" err="1"/>
              <a:t>informação</a:t>
            </a:r>
            <a:r>
              <a:rPr lang="en-GB" dirty="0"/>
              <a:t> </a:t>
            </a:r>
            <a:r>
              <a:rPr lang="en-GB" dirty="0" err="1"/>
              <a:t>externas</a:t>
            </a:r>
            <a:r>
              <a:rPr lang="en-GB" dirty="0"/>
              <a:t>. Por </a:t>
            </a:r>
            <a:r>
              <a:rPr lang="en-GB" dirty="0" err="1"/>
              <a:t>fim</a:t>
            </a:r>
            <a:r>
              <a:rPr lang="en-GB" dirty="0"/>
              <a:t>, </a:t>
            </a:r>
            <a:r>
              <a:rPr lang="en-GB" dirty="0" err="1"/>
              <a:t>todos</a:t>
            </a:r>
            <a:r>
              <a:rPr lang="en-GB" dirty="0"/>
              <a:t> </a:t>
            </a:r>
            <a:r>
              <a:rPr lang="en-GB" dirty="0" err="1"/>
              <a:t>os</a:t>
            </a:r>
            <a:r>
              <a:rPr lang="en-GB" dirty="0"/>
              <a:t> </a:t>
            </a:r>
            <a:r>
              <a:rPr lang="en-GB" dirty="0" err="1"/>
              <a:t>métodos</a:t>
            </a:r>
            <a:r>
              <a:rPr lang="en-GB" dirty="0"/>
              <a:t> </a:t>
            </a:r>
            <a:r>
              <a:rPr lang="en-GB" dirty="0" err="1"/>
              <a:t>serão</a:t>
            </a:r>
            <a:r>
              <a:rPr lang="en-GB" dirty="0"/>
              <a:t> </a:t>
            </a:r>
            <a:r>
              <a:rPr lang="en-GB" dirty="0" err="1"/>
              <a:t>validados</a:t>
            </a:r>
            <a:r>
              <a:rPr lang="en-GB" dirty="0"/>
              <a:t> com </a:t>
            </a:r>
            <a:r>
              <a:rPr lang="en-GB" dirty="0" err="1"/>
              <a:t>casos</a:t>
            </a:r>
            <a:r>
              <a:rPr lang="en-GB" dirty="0"/>
              <a:t> reais, </a:t>
            </a:r>
            <a:r>
              <a:rPr lang="en-GB" dirty="0" err="1"/>
              <a:t>assegurando</a:t>
            </a:r>
            <a:r>
              <a:rPr lang="en-GB" dirty="0"/>
              <a:t> a </a:t>
            </a:r>
            <a:r>
              <a:rPr lang="en-GB" dirty="0" err="1"/>
              <a:t>evolução</a:t>
            </a:r>
            <a:r>
              <a:rPr lang="en-GB" dirty="0"/>
              <a:t> </a:t>
            </a:r>
            <a:r>
              <a:rPr lang="en-GB" dirty="0" err="1"/>
              <a:t>contínua</a:t>
            </a:r>
            <a:r>
              <a:rPr lang="en-GB" dirty="0"/>
              <a:t> do </a:t>
            </a:r>
            <a:r>
              <a:rPr lang="en-GB" dirty="0" err="1"/>
              <a:t>sistema</a:t>
            </a:r>
            <a:r>
              <a:rPr lang="en-GB" dirty="0"/>
              <a:t> </a:t>
            </a:r>
            <a:r>
              <a:rPr lang="en-GB" dirty="0" err="1"/>
              <a:t>perante</a:t>
            </a:r>
            <a:r>
              <a:rPr lang="en-GB" dirty="0"/>
              <a:t> </a:t>
            </a:r>
            <a:r>
              <a:rPr lang="en-GB" dirty="0" err="1"/>
              <a:t>novas</a:t>
            </a:r>
            <a:r>
              <a:rPr lang="en-GB" dirty="0"/>
              <a:t> </a:t>
            </a:r>
            <a:r>
              <a:rPr lang="en-GB" dirty="0" err="1"/>
              <a:t>ameaças</a:t>
            </a:r>
            <a:r>
              <a:rPr lang="en-GB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CA6FEA-DDC9-A14E-BD2B-56D1D460014C}" type="slidenum">
              <a:rPr lang="pt-PT" smtClean="0"/>
              <a:t>3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850053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O </a:t>
            </a:r>
            <a:r>
              <a:rPr lang="en-GB" dirty="0" err="1"/>
              <a:t>nosso</a:t>
            </a:r>
            <a:r>
              <a:rPr lang="en-GB" dirty="0"/>
              <a:t> </a:t>
            </a:r>
            <a:r>
              <a:rPr lang="en-GB" dirty="0" err="1"/>
              <a:t>trabalho</a:t>
            </a:r>
            <a:r>
              <a:rPr lang="en-GB" dirty="0"/>
              <a:t> </a:t>
            </a:r>
            <a:r>
              <a:rPr lang="en-GB" dirty="0" err="1"/>
              <a:t>baseia</a:t>
            </a:r>
            <a:r>
              <a:rPr lang="en-GB" dirty="0"/>
              <a:t>-se </a:t>
            </a:r>
            <a:r>
              <a:rPr lang="en-GB" dirty="0" err="1"/>
              <a:t>em</a:t>
            </a:r>
            <a:r>
              <a:rPr lang="en-GB" dirty="0"/>
              <a:t> </a:t>
            </a:r>
            <a:r>
              <a:rPr lang="en-GB" dirty="0" err="1"/>
              <a:t>estudos</a:t>
            </a:r>
            <a:r>
              <a:rPr lang="en-GB" dirty="0"/>
              <a:t> </a:t>
            </a:r>
            <a:r>
              <a:rPr lang="en-GB" dirty="0" err="1"/>
              <a:t>académicos</a:t>
            </a:r>
            <a:r>
              <a:rPr lang="en-GB" dirty="0"/>
              <a:t> de </a:t>
            </a:r>
            <a:r>
              <a:rPr lang="en-GB" dirty="0" err="1"/>
              <a:t>referência</a:t>
            </a:r>
            <a:r>
              <a:rPr lang="en-GB" dirty="0"/>
              <a:t> e </a:t>
            </a:r>
            <a:r>
              <a:rPr lang="en-GB" dirty="0" err="1"/>
              <a:t>fontes</a:t>
            </a:r>
            <a:r>
              <a:rPr lang="en-GB" dirty="0"/>
              <a:t> de </a:t>
            </a:r>
            <a:r>
              <a:rPr lang="en-GB" dirty="0" err="1"/>
              <a:t>confiança</a:t>
            </a:r>
            <a:r>
              <a:rPr lang="en-GB" dirty="0"/>
              <a:t> </a:t>
            </a:r>
            <a:r>
              <a:rPr lang="en-GB" dirty="0" err="1"/>
              <a:t>como</a:t>
            </a:r>
            <a:r>
              <a:rPr lang="en-GB" dirty="0"/>
              <a:t> a IEEE, ENISA, Kroll e Qualys. </a:t>
            </a:r>
            <a:r>
              <a:rPr lang="en-GB" dirty="0" err="1"/>
              <a:t>Também</a:t>
            </a:r>
            <a:r>
              <a:rPr lang="en-GB" dirty="0"/>
              <a:t> </a:t>
            </a:r>
            <a:r>
              <a:rPr lang="en-GB" dirty="0" err="1"/>
              <a:t>recebemos</a:t>
            </a:r>
            <a:r>
              <a:rPr lang="en-GB" dirty="0"/>
              <a:t> </a:t>
            </a:r>
            <a:r>
              <a:rPr lang="en-GB" dirty="0" err="1"/>
              <a:t>conselhos</a:t>
            </a:r>
            <a:r>
              <a:rPr lang="en-GB" dirty="0"/>
              <a:t> </a:t>
            </a:r>
            <a:r>
              <a:rPr lang="en-GB" dirty="0" err="1"/>
              <a:t>valiosos</a:t>
            </a:r>
            <a:r>
              <a:rPr lang="en-GB" dirty="0"/>
              <a:t> do David Marques, </a:t>
            </a:r>
            <a:r>
              <a:rPr lang="en-GB" dirty="0" err="1"/>
              <a:t>Diretor</a:t>
            </a:r>
            <a:r>
              <a:rPr lang="en-GB" dirty="0"/>
              <a:t> de </a:t>
            </a:r>
            <a:r>
              <a:rPr lang="en-GB" dirty="0" err="1"/>
              <a:t>Cibersegurança</a:t>
            </a:r>
            <a:r>
              <a:rPr lang="en-GB" dirty="0"/>
              <a:t> do Grupo </a:t>
            </a:r>
            <a:r>
              <a:rPr lang="en-GB" dirty="0" err="1"/>
              <a:t>Nabeiro</a:t>
            </a:r>
            <a:r>
              <a:rPr lang="en-GB" dirty="0"/>
              <a:t>. A </a:t>
            </a:r>
            <a:r>
              <a:rPr lang="en-GB" dirty="0" err="1"/>
              <a:t>sua</a:t>
            </a:r>
            <a:r>
              <a:rPr lang="en-GB" dirty="0"/>
              <a:t> </a:t>
            </a:r>
            <a:r>
              <a:rPr lang="en-GB" dirty="0" err="1"/>
              <a:t>experiência</a:t>
            </a:r>
            <a:r>
              <a:rPr lang="en-GB" dirty="0"/>
              <a:t> </a:t>
            </a:r>
            <a:r>
              <a:rPr lang="en-GB" dirty="0" err="1"/>
              <a:t>prática</a:t>
            </a:r>
            <a:r>
              <a:rPr lang="en-GB" dirty="0"/>
              <a:t> </a:t>
            </a:r>
            <a:r>
              <a:rPr lang="en-GB" dirty="0" err="1"/>
              <a:t>ajuda-nos</a:t>
            </a:r>
            <a:r>
              <a:rPr lang="en-GB" dirty="0"/>
              <a:t> a </a:t>
            </a:r>
            <a:r>
              <a:rPr lang="en-GB" dirty="0" err="1"/>
              <a:t>criar</a:t>
            </a:r>
            <a:r>
              <a:rPr lang="en-GB" dirty="0"/>
              <a:t> </a:t>
            </a:r>
            <a:r>
              <a:rPr lang="en-GB" dirty="0" err="1"/>
              <a:t>regras</a:t>
            </a:r>
            <a:r>
              <a:rPr lang="en-GB" dirty="0"/>
              <a:t> </a:t>
            </a:r>
            <a:r>
              <a:rPr lang="en-GB" dirty="0" err="1"/>
              <a:t>flexíveis</a:t>
            </a:r>
            <a:r>
              <a:rPr lang="en-GB" dirty="0"/>
              <a:t>, </a:t>
            </a:r>
            <a:r>
              <a:rPr lang="en-GB" dirty="0" err="1"/>
              <a:t>comunicar</a:t>
            </a:r>
            <a:r>
              <a:rPr lang="en-GB" dirty="0"/>
              <a:t> </a:t>
            </a:r>
            <a:r>
              <a:rPr lang="en-GB" dirty="0" err="1"/>
              <a:t>riscos</a:t>
            </a:r>
            <a:r>
              <a:rPr lang="en-GB" dirty="0"/>
              <a:t> de forma </a:t>
            </a:r>
            <a:r>
              <a:rPr lang="en-GB" dirty="0" err="1"/>
              <a:t>clara</a:t>
            </a:r>
            <a:r>
              <a:rPr lang="en-GB" dirty="0"/>
              <a:t> e </a:t>
            </a:r>
            <a:r>
              <a:rPr lang="en-GB" dirty="0" err="1"/>
              <a:t>identificar</a:t>
            </a:r>
            <a:r>
              <a:rPr lang="en-GB" dirty="0"/>
              <a:t> </a:t>
            </a:r>
            <a:r>
              <a:rPr lang="en-GB" dirty="0" err="1"/>
              <a:t>os</a:t>
            </a:r>
            <a:r>
              <a:rPr lang="en-GB" dirty="0"/>
              <a:t> </a:t>
            </a:r>
            <a:r>
              <a:rPr lang="en-GB" dirty="0" err="1"/>
              <a:t>sinais</a:t>
            </a:r>
            <a:r>
              <a:rPr lang="en-GB" dirty="0"/>
              <a:t> de </a:t>
            </a:r>
            <a:r>
              <a:rPr lang="en-GB" dirty="0" err="1"/>
              <a:t>alerta</a:t>
            </a:r>
            <a:r>
              <a:rPr lang="en-GB" dirty="0"/>
              <a:t> </a:t>
            </a:r>
            <a:r>
              <a:rPr lang="en-GB" dirty="0" err="1"/>
              <a:t>mais</a:t>
            </a:r>
            <a:r>
              <a:rPr lang="en-GB" dirty="0"/>
              <a:t> </a:t>
            </a:r>
            <a:r>
              <a:rPr lang="en-GB" dirty="0" err="1"/>
              <a:t>importantes</a:t>
            </a:r>
            <a:r>
              <a:rPr lang="en-GB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CA6FEA-DDC9-A14E-BD2B-56D1D460014C}" type="slidenum">
              <a:rPr lang="pt-PT" smtClean="0"/>
              <a:t>4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5214200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err="1"/>
              <a:t>Fizemos</a:t>
            </a:r>
            <a:r>
              <a:rPr lang="en-GB" dirty="0"/>
              <a:t> </a:t>
            </a:r>
            <a:r>
              <a:rPr lang="en-GB" dirty="0" err="1"/>
              <a:t>várias</a:t>
            </a:r>
            <a:r>
              <a:rPr lang="en-GB" dirty="0"/>
              <a:t> </a:t>
            </a:r>
            <a:r>
              <a:rPr lang="en-GB" dirty="0" err="1"/>
              <a:t>reuniões</a:t>
            </a:r>
            <a:r>
              <a:rPr lang="en-GB" dirty="0"/>
              <a:t> para </a:t>
            </a:r>
            <a:r>
              <a:rPr lang="en-GB" dirty="0" err="1"/>
              <a:t>identificar</a:t>
            </a:r>
            <a:r>
              <a:rPr lang="en-GB" dirty="0"/>
              <a:t> </a:t>
            </a:r>
            <a:r>
              <a:rPr lang="en-GB" dirty="0" err="1"/>
              <a:t>os</a:t>
            </a:r>
            <a:r>
              <a:rPr lang="en-GB" dirty="0"/>
              <a:t> </a:t>
            </a:r>
            <a:r>
              <a:rPr lang="en-GB" dirty="0" err="1"/>
              <a:t>problemas</a:t>
            </a:r>
            <a:r>
              <a:rPr lang="en-GB" dirty="0"/>
              <a:t> e </a:t>
            </a:r>
            <a:r>
              <a:rPr lang="en-GB" dirty="0" err="1"/>
              <a:t>preparar</a:t>
            </a:r>
            <a:r>
              <a:rPr lang="en-GB" dirty="0"/>
              <a:t> </a:t>
            </a:r>
            <a:r>
              <a:rPr lang="en-GB" dirty="0" err="1"/>
              <a:t>perguntas</a:t>
            </a:r>
            <a:r>
              <a:rPr lang="en-GB" dirty="0"/>
              <a:t> para o </a:t>
            </a:r>
            <a:r>
              <a:rPr lang="en-GB" dirty="0" err="1"/>
              <a:t>especialista</a:t>
            </a:r>
            <a:r>
              <a:rPr lang="en-GB" dirty="0"/>
              <a:t>. As </a:t>
            </a:r>
            <a:r>
              <a:rPr lang="en-GB" dirty="0" err="1"/>
              <a:t>ideias</a:t>
            </a:r>
            <a:r>
              <a:rPr lang="en-GB" dirty="0"/>
              <a:t> </a:t>
            </a:r>
            <a:r>
              <a:rPr lang="en-GB" dirty="0" err="1"/>
              <a:t>recolhidas</a:t>
            </a:r>
            <a:r>
              <a:rPr lang="en-GB" dirty="0"/>
              <a:t> </a:t>
            </a:r>
            <a:r>
              <a:rPr lang="en-GB" dirty="0" err="1"/>
              <a:t>sobre</a:t>
            </a:r>
            <a:r>
              <a:rPr lang="en-GB" dirty="0"/>
              <a:t> </a:t>
            </a:r>
            <a:r>
              <a:rPr lang="en-GB" dirty="0" err="1"/>
              <a:t>cadeias</a:t>
            </a:r>
            <a:r>
              <a:rPr lang="en-GB" dirty="0"/>
              <a:t> de </a:t>
            </a:r>
            <a:r>
              <a:rPr lang="en-GB" dirty="0" err="1"/>
              <a:t>redirecionamento</a:t>
            </a:r>
            <a:r>
              <a:rPr lang="en-GB" dirty="0"/>
              <a:t>, </a:t>
            </a:r>
            <a:r>
              <a:rPr lang="en-GB" dirty="0" err="1"/>
              <a:t>reputação</a:t>
            </a:r>
            <a:r>
              <a:rPr lang="en-GB" dirty="0"/>
              <a:t> de </a:t>
            </a:r>
            <a:r>
              <a:rPr lang="en-GB" dirty="0" err="1"/>
              <a:t>domínio</a:t>
            </a:r>
            <a:r>
              <a:rPr lang="en-GB" dirty="0"/>
              <a:t> e </a:t>
            </a:r>
            <a:r>
              <a:rPr lang="en-GB" dirty="0" err="1"/>
              <a:t>falsos</a:t>
            </a:r>
            <a:r>
              <a:rPr lang="en-GB" dirty="0"/>
              <a:t> </a:t>
            </a:r>
            <a:r>
              <a:rPr lang="en-GB" dirty="0" err="1"/>
              <a:t>positivos</a:t>
            </a:r>
            <a:r>
              <a:rPr lang="en-GB" dirty="0"/>
              <a:t> </a:t>
            </a:r>
            <a:r>
              <a:rPr lang="en-GB" dirty="0" err="1"/>
              <a:t>foram</a:t>
            </a:r>
            <a:r>
              <a:rPr lang="en-GB" dirty="0"/>
              <a:t> </a:t>
            </a:r>
            <a:r>
              <a:rPr lang="en-GB" dirty="0" err="1"/>
              <a:t>verificadas</a:t>
            </a:r>
            <a:r>
              <a:rPr lang="en-GB" dirty="0"/>
              <a:t> e </a:t>
            </a:r>
            <a:r>
              <a:rPr lang="en-GB" dirty="0" err="1"/>
              <a:t>organizadas</a:t>
            </a:r>
            <a:r>
              <a:rPr lang="en-GB" dirty="0"/>
              <a:t>. </a:t>
            </a:r>
            <a:r>
              <a:rPr lang="en-GB" dirty="0" err="1"/>
              <a:t>Depois</a:t>
            </a:r>
            <a:r>
              <a:rPr lang="en-GB" dirty="0"/>
              <a:t>, </a:t>
            </a:r>
            <a:r>
              <a:rPr lang="en-GB" dirty="0" err="1"/>
              <a:t>estas</a:t>
            </a:r>
            <a:r>
              <a:rPr lang="en-GB" dirty="0"/>
              <a:t> </a:t>
            </a:r>
            <a:r>
              <a:rPr lang="en-GB" dirty="0" err="1"/>
              <a:t>ideias</a:t>
            </a:r>
            <a:r>
              <a:rPr lang="en-GB" dirty="0"/>
              <a:t> </a:t>
            </a:r>
            <a:r>
              <a:rPr lang="en-GB" dirty="0" err="1"/>
              <a:t>foram</a:t>
            </a:r>
            <a:r>
              <a:rPr lang="en-GB" dirty="0"/>
              <a:t> </a:t>
            </a:r>
            <a:r>
              <a:rPr lang="en-GB" dirty="0" err="1"/>
              <a:t>transformadas</a:t>
            </a:r>
            <a:r>
              <a:rPr lang="en-GB" dirty="0"/>
              <a:t> </a:t>
            </a:r>
            <a:r>
              <a:rPr lang="en-GB" dirty="0" err="1"/>
              <a:t>em</a:t>
            </a:r>
            <a:r>
              <a:rPr lang="en-GB" dirty="0"/>
              <a:t> </a:t>
            </a:r>
            <a:r>
              <a:rPr lang="en-GB" dirty="0" err="1"/>
              <a:t>regras</a:t>
            </a:r>
            <a:r>
              <a:rPr lang="en-GB" dirty="0"/>
              <a:t> e </a:t>
            </a:r>
            <a:r>
              <a:rPr lang="en-GB" dirty="0" err="1"/>
              <a:t>melhoradas</a:t>
            </a:r>
            <a:r>
              <a:rPr lang="en-GB" dirty="0"/>
              <a:t> com feedback </a:t>
            </a:r>
            <a:r>
              <a:rPr lang="en-GB" dirty="0" err="1"/>
              <a:t>em</a:t>
            </a:r>
            <a:r>
              <a:rPr lang="en-GB" dirty="0"/>
              <a:t> </a:t>
            </a:r>
            <a:r>
              <a:rPr lang="en-GB" dirty="0" err="1"/>
              <a:t>várias</a:t>
            </a:r>
            <a:r>
              <a:rPr lang="en-GB" dirty="0"/>
              <a:t> </a:t>
            </a:r>
            <a:r>
              <a:rPr lang="en-GB" dirty="0" err="1"/>
              <a:t>etapas</a:t>
            </a:r>
            <a:r>
              <a:rPr lang="en-GB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CA6FEA-DDC9-A14E-BD2B-56D1D460014C}" type="slidenum">
              <a:rPr lang="pt-PT" smtClean="0"/>
              <a:t>5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7810700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nossa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tecnologia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avalia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URLs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duas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fases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Numa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primeira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fase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verificamos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aspetos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como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idade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 URL,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estrutura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tokens,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redirecionamentos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padrões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conhecidos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Depois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uma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análise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dinâmica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examina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 HTML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gerado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JavaScript, campos de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formulários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proporção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links. Cada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fase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produz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uma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pontuação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risco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ponderada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para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uma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decisão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final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transparente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auditável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CA6FEA-DDC9-A14E-BD2B-56D1D460014C}" type="slidenum">
              <a:rPr lang="pt-PT" smtClean="0"/>
              <a:t>6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7394262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err="1"/>
              <a:t>Domínios</a:t>
            </a:r>
            <a:r>
              <a:rPr lang="en-GB" dirty="0"/>
              <a:t> </a:t>
            </a:r>
            <a:r>
              <a:rPr lang="en-GB" dirty="0" err="1"/>
              <a:t>legítimos</a:t>
            </a:r>
            <a:r>
              <a:rPr lang="en-GB" dirty="0"/>
              <a:t> </a:t>
            </a:r>
            <a:r>
              <a:rPr lang="en-GB" dirty="0" err="1"/>
              <a:t>podem</a:t>
            </a:r>
            <a:r>
              <a:rPr lang="en-GB" dirty="0"/>
              <a:t> </a:t>
            </a:r>
            <a:r>
              <a:rPr lang="en-GB" dirty="0" err="1"/>
              <a:t>ativar</a:t>
            </a:r>
            <a:r>
              <a:rPr lang="en-GB" dirty="0"/>
              <a:t> </a:t>
            </a:r>
            <a:r>
              <a:rPr lang="en-GB" dirty="0" err="1"/>
              <a:t>regras</a:t>
            </a:r>
            <a:r>
              <a:rPr lang="en-GB" dirty="0"/>
              <a:t> de </a:t>
            </a:r>
            <a:r>
              <a:rPr lang="en-GB" dirty="0" err="1"/>
              <a:t>segurança</a:t>
            </a:r>
            <a:r>
              <a:rPr lang="en-GB" dirty="0"/>
              <a:t> </a:t>
            </a:r>
            <a:r>
              <a:rPr lang="en-GB" dirty="0" err="1"/>
              <a:t>sem</a:t>
            </a:r>
            <a:r>
              <a:rPr lang="en-GB" dirty="0"/>
              <a:t> </a:t>
            </a:r>
            <a:r>
              <a:rPr lang="en-GB" dirty="0" err="1"/>
              <a:t>querer</a:t>
            </a:r>
            <a:r>
              <a:rPr lang="en-GB" dirty="0"/>
              <a:t>, </a:t>
            </a:r>
            <a:r>
              <a:rPr lang="en-GB" dirty="0" err="1"/>
              <a:t>por</a:t>
            </a:r>
            <a:r>
              <a:rPr lang="en-GB" dirty="0"/>
              <a:t> </a:t>
            </a:r>
            <a:r>
              <a:rPr lang="en-GB" dirty="0" err="1"/>
              <a:t>isso</a:t>
            </a:r>
            <a:r>
              <a:rPr lang="en-GB" dirty="0"/>
              <a:t> o </a:t>
            </a:r>
            <a:r>
              <a:rPr lang="en-GB" dirty="0" err="1"/>
              <a:t>nosso</a:t>
            </a:r>
            <a:r>
              <a:rPr lang="en-GB" dirty="0"/>
              <a:t> </a:t>
            </a:r>
            <a:r>
              <a:rPr lang="en-GB" dirty="0" err="1"/>
              <a:t>sistema</a:t>
            </a:r>
            <a:r>
              <a:rPr lang="en-GB" dirty="0"/>
              <a:t> </a:t>
            </a:r>
            <a:r>
              <a:rPr lang="en-GB" dirty="0" err="1"/>
              <a:t>reúne</a:t>
            </a:r>
            <a:r>
              <a:rPr lang="en-GB" dirty="0"/>
              <a:t> </a:t>
            </a:r>
            <a:r>
              <a:rPr lang="en-GB" dirty="0" err="1"/>
              <a:t>várias</a:t>
            </a:r>
            <a:r>
              <a:rPr lang="en-GB" dirty="0"/>
              <a:t> </a:t>
            </a:r>
            <a:r>
              <a:rPr lang="en-GB" dirty="0" err="1"/>
              <a:t>fontes</a:t>
            </a:r>
            <a:r>
              <a:rPr lang="en-GB" dirty="0"/>
              <a:t> de </a:t>
            </a:r>
            <a:r>
              <a:rPr lang="en-GB" dirty="0" err="1"/>
              <a:t>prova</a:t>
            </a:r>
            <a:r>
              <a:rPr lang="en-GB" dirty="0"/>
              <a:t>: </a:t>
            </a:r>
            <a:r>
              <a:rPr lang="en-GB" dirty="0" err="1"/>
              <a:t>profundidade</a:t>
            </a:r>
            <a:r>
              <a:rPr lang="en-GB" dirty="0"/>
              <a:t> de </a:t>
            </a:r>
            <a:r>
              <a:rPr lang="en-GB" dirty="0" err="1"/>
              <a:t>redirecionamento</a:t>
            </a:r>
            <a:r>
              <a:rPr lang="en-GB" dirty="0"/>
              <a:t>, </a:t>
            </a:r>
            <a:r>
              <a:rPr lang="en-GB" dirty="0" err="1"/>
              <a:t>diversidade</a:t>
            </a:r>
            <a:r>
              <a:rPr lang="en-GB" dirty="0"/>
              <a:t> de </a:t>
            </a:r>
            <a:r>
              <a:rPr lang="en-GB" dirty="0" err="1"/>
              <a:t>domínios</a:t>
            </a:r>
            <a:r>
              <a:rPr lang="en-GB" dirty="0"/>
              <a:t>, </a:t>
            </a:r>
            <a:r>
              <a:rPr lang="en-GB" dirty="0" err="1"/>
              <a:t>deteção</a:t>
            </a:r>
            <a:r>
              <a:rPr lang="en-GB" dirty="0"/>
              <a:t> de </a:t>
            </a:r>
            <a:r>
              <a:rPr lang="en-GB" dirty="0" err="1"/>
              <a:t>encurtadores</a:t>
            </a:r>
            <a:r>
              <a:rPr lang="en-GB" dirty="0"/>
              <a:t> de links, </a:t>
            </a:r>
            <a:r>
              <a:rPr lang="en-GB" dirty="0" err="1"/>
              <a:t>reputação</a:t>
            </a:r>
            <a:r>
              <a:rPr lang="en-GB" dirty="0"/>
              <a:t> e </a:t>
            </a:r>
            <a:r>
              <a:rPr lang="en-GB" dirty="0" err="1"/>
              <a:t>sinais</a:t>
            </a:r>
            <a:r>
              <a:rPr lang="en-GB" dirty="0"/>
              <a:t> de </a:t>
            </a:r>
            <a:r>
              <a:rPr lang="en-GB" dirty="0" err="1"/>
              <a:t>comportamento</a:t>
            </a:r>
            <a:r>
              <a:rPr lang="en-GB" dirty="0"/>
              <a:t>. </a:t>
            </a:r>
            <a:r>
              <a:rPr lang="en-GB" dirty="0" err="1"/>
              <a:t>Os</a:t>
            </a:r>
            <a:r>
              <a:rPr lang="en-GB" dirty="0"/>
              <a:t> </a:t>
            </a:r>
            <a:r>
              <a:rPr lang="en-GB" dirty="0" err="1"/>
              <a:t>especialistas</a:t>
            </a:r>
            <a:r>
              <a:rPr lang="en-GB" dirty="0"/>
              <a:t> </a:t>
            </a:r>
            <a:r>
              <a:rPr lang="en-GB" dirty="0" err="1"/>
              <a:t>recomendam</a:t>
            </a:r>
            <a:r>
              <a:rPr lang="en-GB" dirty="0"/>
              <a:t> </a:t>
            </a:r>
            <a:r>
              <a:rPr lang="en-GB" dirty="0" err="1"/>
              <a:t>adaptar</a:t>
            </a:r>
            <a:r>
              <a:rPr lang="en-GB" dirty="0"/>
              <a:t> as </a:t>
            </a:r>
            <a:r>
              <a:rPr lang="en-GB" dirty="0" err="1"/>
              <a:t>estratégias</a:t>
            </a:r>
            <a:r>
              <a:rPr lang="en-GB" dirty="0"/>
              <a:t>, </a:t>
            </a:r>
            <a:r>
              <a:rPr lang="en-GB" dirty="0" err="1"/>
              <a:t>rever</a:t>
            </a:r>
            <a:r>
              <a:rPr lang="en-GB" dirty="0"/>
              <a:t> </a:t>
            </a:r>
            <a:r>
              <a:rPr lang="en-GB" dirty="0" err="1"/>
              <a:t>incidentes</a:t>
            </a:r>
            <a:r>
              <a:rPr lang="en-GB" dirty="0"/>
              <a:t> reais com </a:t>
            </a:r>
            <a:r>
              <a:rPr lang="en-GB" dirty="0" err="1"/>
              <a:t>frequência</a:t>
            </a:r>
            <a:r>
              <a:rPr lang="en-GB" dirty="0"/>
              <a:t> e </a:t>
            </a:r>
            <a:r>
              <a:rPr lang="en-GB" dirty="0" err="1"/>
              <a:t>dar</a:t>
            </a:r>
            <a:r>
              <a:rPr lang="en-GB" dirty="0"/>
              <a:t> </a:t>
            </a:r>
            <a:r>
              <a:rPr lang="en-GB" dirty="0" err="1"/>
              <a:t>prioridade</a:t>
            </a:r>
            <a:r>
              <a:rPr lang="en-GB" dirty="0"/>
              <a:t> à </a:t>
            </a:r>
            <a:r>
              <a:rPr lang="en-GB" dirty="0" err="1"/>
              <a:t>clareza</a:t>
            </a:r>
            <a:r>
              <a:rPr lang="en-GB" dirty="0"/>
              <a:t> das </a:t>
            </a:r>
            <a:r>
              <a:rPr lang="en-GB" dirty="0" err="1"/>
              <a:t>decisões</a:t>
            </a:r>
            <a:r>
              <a:rPr lang="en-GB" dirty="0"/>
              <a:t> e à </a:t>
            </a:r>
            <a:r>
              <a:rPr lang="en-GB" dirty="0" err="1"/>
              <a:t>experiência</a:t>
            </a:r>
            <a:r>
              <a:rPr lang="en-GB" dirty="0"/>
              <a:t> dos </a:t>
            </a:r>
            <a:r>
              <a:rPr lang="en-GB" dirty="0" err="1"/>
              <a:t>utilizadores</a:t>
            </a:r>
            <a:r>
              <a:rPr lang="en-GB" dirty="0"/>
              <a:t>, </a:t>
            </a:r>
            <a:r>
              <a:rPr lang="en-GB" dirty="0" err="1"/>
              <a:t>em</a:t>
            </a:r>
            <a:r>
              <a:rPr lang="en-GB" dirty="0"/>
              <a:t> </a:t>
            </a:r>
            <a:r>
              <a:rPr lang="en-GB" dirty="0" err="1"/>
              <a:t>vez</a:t>
            </a:r>
            <a:r>
              <a:rPr lang="en-GB" dirty="0"/>
              <a:t> de </a:t>
            </a:r>
            <a:r>
              <a:rPr lang="en-GB" dirty="0" err="1"/>
              <a:t>depender</a:t>
            </a:r>
            <a:r>
              <a:rPr lang="en-GB" dirty="0"/>
              <a:t> </a:t>
            </a:r>
            <a:r>
              <a:rPr lang="en-GB" dirty="0" err="1"/>
              <a:t>só</a:t>
            </a:r>
            <a:r>
              <a:rPr lang="en-GB" dirty="0"/>
              <a:t> de </a:t>
            </a:r>
            <a:r>
              <a:rPr lang="en-GB" dirty="0" err="1"/>
              <a:t>bloqueios</a:t>
            </a:r>
            <a:r>
              <a:rPr lang="en-GB" dirty="0"/>
              <a:t> </a:t>
            </a:r>
            <a:r>
              <a:rPr lang="en-GB" dirty="0" err="1"/>
              <a:t>rígidos</a:t>
            </a:r>
            <a:r>
              <a:rPr lang="en-GB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CA6FEA-DDC9-A14E-BD2B-56D1D460014C}" type="slidenum">
              <a:rPr lang="pt-PT" smtClean="0"/>
              <a:t>8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5637344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CA6FEA-DDC9-A14E-BD2B-56D1D460014C}" type="slidenum">
              <a:rPr lang="pt-PT" smtClean="0"/>
              <a:t>9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6259149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10/13/25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10/13/25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10/13/25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10/13/25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10/13/25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10/13/25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10/13/25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10/13/25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10/13/25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10/13/25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10/13/25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10/13/25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10/13/25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10/13/25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jpe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jpe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jpe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0.jpe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2.jpe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5C49F-9046-146B-09A4-BFEAFF8403D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Challenge 1</a:t>
            </a:r>
            <a:br>
              <a:rPr lang="en-US" dirty="0"/>
            </a:br>
            <a:r>
              <a:rPr lang="en-US" dirty="0"/>
              <a:t>Phishing Detection in Cybersecurity</a:t>
            </a:r>
            <a:endParaRPr lang="pt-PT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81B3DC-9E23-0DBD-446E-8B718C91E16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PT" dirty="0" err="1"/>
              <a:t>Pitch</a:t>
            </a:r>
            <a:endParaRPr lang="pt-PT" dirty="0"/>
          </a:p>
        </p:txBody>
      </p:sp>
      <p:pic>
        <p:nvPicPr>
          <p:cNvPr id="5" name="Picture 4" descr="A logo with a fish and a hat&#10;&#10;AI-generated content may be incorrect.">
            <a:extLst>
              <a:ext uri="{FF2B5EF4-FFF2-40B4-BE49-F238E27FC236}">
                <a16:creationId xmlns:a16="http://schemas.microsoft.com/office/drawing/2014/main" id="{99B167B2-C6D8-35B8-DCC3-A685065BD3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3090" y="142383"/>
            <a:ext cx="1828085" cy="1828085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27568065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Picture 2">
            <a:extLst>
              <a:ext uri="{FF2B5EF4-FFF2-40B4-BE49-F238E27FC236}">
                <a16:creationId xmlns:a16="http://schemas.microsoft.com/office/drawing/2014/main" id="{59FACE42-44B0-4185-8ED4-9043A78C86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a14="http://schemas.microsoft.com/office/drawing/2010/main" xmlns:p14="http://schemas.microsoft.com/office/powerpoint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8" name="Group 57">
            <a:extLst>
              <a:ext uri="{FF2B5EF4-FFF2-40B4-BE49-F238E27FC236}">
                <a16:creationId xmlns:a16="http://schemas.microsoft.com/office/drawing/2014/main" id="{A838DBA2-246D-4087-AE0A-6EA2B4B65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B4406F95-9579-494D-BE1E-A012A7F4CB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71" name="Rectangle 5">
                <a:extLst>
                  <a:ext uri="{FF2B5EF4-FFF2-40B4-BE49-F238E27FC236}">
                    <a16:creationId xmlns:a16="http://schemas.microsoft.com/office/drawing/2014/main" id="{4C8D671A-5C73-44CA-B6D0-7F3BC195BA6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72" name="Freeform 6">
                <a:extLst>
                  <a:ext uri="{FF2B5EF4-FFF2-40B4-BE49-F238E27FC236}">
                    <a16:creationId xmlns:a16="http://schemas.microsoft.com/office/drawing/2014/main" id="{F0DB3AC8-B5AD-4004-B0B9-74B58BECA0C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73" name="Freeform 7">
                <a:extLst>
                  <a:ext uri="{FF2B5EF4-FFF2-40B4-BE49-F238E27FC236}">
                    <a16:creationId xmlns:a16="http://schemas.microsoft.com/office/drawing/2014/main" id="{F3B2C8F3-E236-45B2-B2E1-8460F8FD6DD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74" name="Freeform 8">
                <a:extLst>
                  <a:ext uri="{FF2B5EF4-FFF2-40B4-BE49-F238E27FC236}">
                    <a16:creationId xmlns:a16="http://schemas.microsoft.com/office/drawing/2014/main" id="{761EE3AC-0BC2-4A29-AD58-5CB0EEFF96C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75" name="Freeform 9">
                <a:extLst>
                  <a:ext uri="{FF2B5EF4-FFF2-40B4-BE49-F238E27FC236}">
                    <a16:creationId xmlns:a16="http://schemas.microsoft.com/office/drawing/2014/main" id="{38DC43BE-83DD-43F3-A21F-9B58B1074FF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76" name="Freeform 10">
                <a:extLst>
                  <a:ext uri="{FF2B5EF4-FFF2-40B4-BE49-F238E27FC236}">
                    <a16:creationId xmlns:a16="http://schemas.microsoft.com/office/drawing/2014/main" id="{112583CE-53E8-48F6-9F71-25A32BFD619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77" name="Freeform 11">
                <a:extLst>
                  <a:ext uri="{FF2B5EF4-FFF2-40B4-BE49-F238E27FC236}">
                    <a16:creationId xmlns:a16="http://schemas.microsoft.com/office/drawing/2014/main" id="{229A7966-2C4F-4334-8FB7-08521F984D9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78" name="Freeform 12">
                <a:extLst>
                  <a:ext uri="{FF2B5EF4-FFF2-40B4-BE49-F238E27FC236}">
                    <a16:creationId xmlns:a16="http://schemas.microsoft.com/office/drawing/2014/main" id="{656FCF6A-DF5B-42AA-83C4-22CD7B9947D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79" name="Freeform 13">
                <a:extLst>
                  <a:ext uri="{FF2B5EF4-FFF2-40B4-BE49-F238E27FC236}">
                    <a16:creationId xmlns:a16="http://schemas.microsoft.com/office/drawing/2014/main" id="{E908B3EE-F31D-4E8D-BF3C-71F5B35F02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80" name="Freeform 14">
                <a:extLst>
                  <a:ext uri="{FF2B5EF4-FFF2-40B4-BE49-F238E27FC236}">
                    <a16:creationId xmlns:a16="http://schemas.microsoft.com/office/drawing/2014/main" id="{DA9F96D7-B42C-4F80-8F26-72388FE0C2E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81" name="Freeform 15">
                <a:extLst>
                  <a:ext uri="{FF2B5EF4-FFF2-40B4-BE49-F238E27FC236}">
                    <a16:creationId xmlns:a16="http://schemas.microsoft.com/office/drawing/2014/main" id="{5C9D5861-5A45-408A-A25E-61ED661AD75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82" name="Line 16">
                <a:extLst>
                  <a:ext uri="{FF2B5EF4-FFF2-40B4-BE49-F238E27FC236}">
                    <a16:creationId xmlns:a16="http://schemas.microsoft.com/office/drawing/2014/main" id="{DEEF5DD7-13B2-4CBB-A1AE-193A618B0F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83" name="Freeform 17">
                <a:extLst>
                  <a:ext uri="{FF2B5EF4-FFF2-40B4-BE49-F238E27FC236}">
                    <a16:creationId xmlns:a16="http://schemas.microsoft.com/office/drawing/2014/main" id="{3D896DDA-5AD2-4360-9E65-A792131051C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84" name="Freeform 18">
                <a:extLst>
                  <a:ext uri="{FF2B5EF4-FFF2-40B4-BE49-F238E27FC236}">
                    <a16:creationId xmlns:a16="http://schemas.microsoft.com/office/drawing/2014/main" id="{C088F3B1-D893-4078-8EAE-6A3776F6754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85" name="Freeform 19">
                <a:extLst>
                  <a:ext uri="{FF2B5EF4-FFF2-40B4-BE49-F238E27FC236}">
                    <a16:creationId xmlns:a16="http://schemas.microsoft.com/office/drawing/2014/main" id="{23CCB367-42E1-4DEF-BABD-7457EB9F28C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86" name="Freeform 20">
                <a:extLst>
                  <a:ext uri="{FF2B5EF4-FFF2-40B4-BE49-F238E27FC236}">
                    <a16:creationId xmlns:a16="http://schemas.microsoft.com/office/drawing/2014/main" id="{BAFD46CE-CD21-4C8E-8ACE-B1A0B74A904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87" name="Rectangle 21">
                <a:extLst>
                  <a:ext uri="{FF2B5EF4-FFF2-40B4-BE49-F238E27FC236}">
                    <a16:creationId xmlns:a16="http://schemas.microsoft.com/office/drawing/2014/main" id="{23980A26-1FFF-4434-A77C-C5A1C96A54B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88" name="Freeform 22">
                <a:extLst>
                  <a:ext uri="{FF2B5EF4-FFF2-40B4-BE49-F238E27FC236}">
                    <a16:creationId xmlns:a16="http://schemas.microsoft.com/office/drawing/2014/main" id="{AE64C1E5-E917-4222-8080-3EF831FB464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89" name="Freeform 23">
                <a:extLst>
                  <a:ext uri="{FF2B5EF4-FFF2-40B4-BE49-F238E27FC236}">
                    <a16:creationId xmlns:a16="http://schemas.microsoft.com/office/drawing/2014/main" id="{D4D42DE6-99E5-4D28-834E-6601A7DD93A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90" name="Freeform 24">
                <a:extLst>
                  <a:ext uri="{FF2B5EF4-FFF2-40B4-BE49-F238E27FC236}">
                    <a16:creationId xmlns:a16="http://schemas.microsoft.com/office/drawing/2014/main" id="{194304B3-4C44-49E0-A677-19E2DA8CC9E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91" name="Freeform 25">
                <a:extLst>
                  <a:ext uri="{FF2B5EF4-FFF2-40B4-BE49-F238E27FC236}">
                    <a16:creationId xmlns:a16="http://schemas.microsoft.com/office/drawing/2014/main" id="{C726387F-F77D-4FB6-A177-1DC6115E849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92" name="Freeform 26">
                <a:extLst>
                  <a:ext uri="{FF2B5EF4-FFF2-40B4-BE49-F238E27FC236}">
                    <a16:creationId xmlns:a16="http://schemas.microsoft.com/office/drawing/2014/main" id="{2F09766D-0653-4646-BA37-8FC23294BA7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93" name="Freeform 27">
                <a:extLst>
                  <a:ext uri="{FF2B5EF4-FFF2-40B4-BE49-F238E27FC236}">
                    <a16:creationId xmlns:a16="http://schemas.microsoft.com/office/drawing/2014/main" id="{F50D9867-C9E0-462B-894F-B2F97E26AC1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94" name="Freeform 28">
                <a:extLst>
                  <a:ext uri="{FF2B5EF4-FFF2-40B4-BE49-F238E27FC236}">
                    <a16:creationId xmlns:a16="http://schemas.microsoft.com/office/drawing/2014/main" id="{44179987-9B3B-4BC1-9BDA-EC9F30A3794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95" name="Freeform 29">
                <a:extLst>
                  <a:ext uri="{FF2B5EF4-FFF2-40B4-BE49-F238E27FC236}">
                    <a16:creationId xmlns:a16="http://schemas.microsoft.com/office/drawing/2014/main" id="{EF0E5480-8C2D-4FFE-9357-938DF0642BB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96" name="Freeform 30">
                <a:extLst>
                  <a:ext uri="{FF2B5EF4-FFF2-40B4-BE49-F238E27FC236}">
                    <a16:creationId xmlns:a16="http://schemas.microsoft.com/office/drawing/2014/main" id="{FDAC2F76-95E6-4EE4-8A26-47CDAE5C62A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97" name="Freeform 31">
                <a:extLst>
                  <a:ext uri="{FF2B5EF4-FFF2-40B4-BE49-F238E27FC236}">
                    <a16:creationId xmlns:a16="http://schemas.microsoft.com/office/drawing/2014/main" id="{249EB4AA-5D5B-4A3A-9F2D-6E4EDF2046C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</p:grp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375D3DC5-0B19-4EA9-A350-6218AC28CD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61" name="Freeform 32">
                <a:extLst>
                  <a:ext uri="{FF2B5EF4-FFF2-40B4-BE49-F238E27FC236}">
                    <a16:creationId xmlns:a16="http://schemas.microsoft.com/office/drawing/2014/main" id="{86B5A458-9418-4EDA-9B6F-E4754ABADFA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62" name="Freeform 33">
                <a:extLst>
                  <a:ext uri="{FF2B5EF4-FFF2-40B4-BE49-F238E27FC236}">
                    <a16:creationId xmlns:a16="http://schemas.microsoft.com/office/drawing/2014/main" id="{6307D20D-BE6F-4BFD-8A35-230A01AD726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63" name="Freeform 34">
                <a:extLst>
                  <a:ext uri="{FF2B5EF4-FFF2-40B4-BE49-F238E27FC236}">
                    <a16:creationId xmlns:a16="http://schemas.microsoft.com/office/drawing/2014/main" id="{37A04039-8217-4B7F-8F43-4039DF087D8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64" name="Freeform 35">
                <a:extLst>
                  <a:ext uri="{FF2B5EF4-FFF2-40B4-BE49-F238E27FC236}">
                    <a16:creationId xmlns:a16="http://schemas.microsoft.com/office/drawing/2014/main" id="{CA6CE641-5DEB-4A06-B9C3-B726A334C21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65" name="Freeform 36">
                <a:extLst>
                  <a:ext uri="{FF2B5EF4-FFF2-40B4-BE49-F238E27FC236}">
                    <a16:creationId xmlns:a16="http://schemas.microsoft.com/office/drawing/2014/main" id="{D08C7C1C-DF39-4479-94BD-47E71DE4221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66" name="Freeform 37">
                <a:extLst>
                  <a:ext uri="{FF2B5EF4-FFF2-40B4-BE49-F238E27FC236}">
                    <a16:creationId xmlns:a16="http://schemas.microsoft.com/office/drawing/2014/main" id="{27C5EAA7-E449-48C0-9B14-E677E6ECF89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67" name="Freeform 38">
                <a:extLst>
                  <a:ext uri="{FF2B5EF4-FFF2-40B4-BE49-F238E27FC236}">
                    <a16:creationId xmlns:a16="http://schemas.microsoft.com/office/drawing/2014/main" id="{AA6A8A39-39D4-41FE-9974-CB46106A73D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68" name="Freeform 39">
                <a:extLst>
                  <a:ext uri="{FF2B5EF4-FFF2-40B4-BE49-F238E27FC236}">
                    <a16:creationId xmlns:a16="http://schemas.microsoft.com/office/drawing/2014/main" id="{433C6D82-AE91-4A0C-97C6-34399C90847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69" name="Freeform 40">
                <a:extLst>
                  <a:ext uri="{FF2B5EF4-FFF2-40B4-BE49-F238E27FC236}">
                    <a16:creationId xmlns:a16="http://schemas.microsoft.com/office/drawing/2014/main" id="{D4C06E36-D233-423A-BC95-5B4D5BE35CB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70" name="Rectangle 41">
                <a:extLst>
                  <a:ext uri="{FF2B5EF4-FFF2-40B4-BE49-F238E27FC236}">
                    <a16:creationId xmlns:a16="http://schemas.microsoft.com/office/drawing/2014/main" id="{E1B0EEC1-CF7A-4761-B477-941DB41A83D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</p:grpSp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9AE4726C-1831-4FE3-9A11-227F0DC2F0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12192003" cy="6858001"/>
            <a:chOff x="0" y="-1"/>
            <a:chExt cx="12192003" cy="6858001"/>
          </a:xfrm>
        </p:grpSpPr>
        <p:sp useBgFill="1">
          <p:nvSpPr>
            <p:cNvPr id="100" name="Rectangle 99">
              <a:extLst>
                <a:ext uri="{FF2B5EF4-FFF2-40B4-BE49-F238E27FC236}">
                  <a16:creationId xmlns:a16="http://schemas.microsoft.com/office/drawing/2014/main" id="{B651D7F7-8C54-448E-A268-1CBFAD87D4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1" name="Picture 2">
              <a:extLst>
                <a:ext uri="{FF2B5EF4-FFF2-40B4-BE49-F238E27FC236}">
                  <a16:creationId xmlns:a16="http://schemas.microsoft.com/office/drawing/2014/main" id="{E3B56E94-40E1-489A-98B2-A3238D66A0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4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="" xmlns:a16="http://schemas.microsoft.com/office/drawing/2014/main" xmlns:a14="http://schemas.microsoft.com/office/drawing/2010/main" xmlns:p14="http://schemas.microsoft.com/office/powerpoint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BA676F1-115D-127A-FFCB-5A15BB2BF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96697" y="618518"/>
            <a:ext cx="6050713" cy="14785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Tackling Phishing Threats</a:t>
            </a:r>
          </a:p>
        </p:txBody>
      </p:sp>
      <p:pic>
        <p:nvPicPr>
          <p:cNvPr id="5" name="Content Placeholder 4" descr="Conceptual image representing digital software VPN computing technology">
            <a:extLst>
              <a:ext uri="{FF2B5EF4-FFF2-40B4-BE49-F238E27FC236}">
                <a16:creationId xmlns:a16="http://schemas.microsoft.com/office/drawing/2014/main" id="{A3C5F801-8B96-4E96-AAC9-E79F42C0CCB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5"/>
          <a:srcRect l="47895" r="14083"/>
          <a:stretch>
            <a:fillRect/>
          </a:stretch>
        </p:blipFill>
        <p:spPr>
          <a:xfrm>
            <a:off x="-5597" y="10"/>
            <a:ext cx="4635583" cy="6857990"/>
          </a:xfrm>
          <a:prstGeom prst="rect">
            <a:avLst/>
          </a:prstGeom>
        </p:spPr>
      </p:pic>
      <p:grpSp>
        <p:nvGrpSpPr>
          <p:cNvPr id="103" name="Group 102">
            <a:extLst>
              <a:ext uri="{FF2B5EF4-FFF2-40B4-BE49-F238E27FC236}">
                <a16:creationId xmlns:a16="http://schemas.microsoft.com/office/drawing/2014/main" id="{E916825F-759B-4F1A-BA80-AF7137691E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solidFill>
            <a:schemeClr val="tx1">
              <a:alpha val="70000"/>
            </a:schemeClr>
          </a:solidFill>
          <a:effectLst/>
        </p:grpSpPr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0AF64541-DE3B-4DBB-84E1-907956469E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05" name="Freeform 6">
              <a:extLst>
                <a:ext uri="{FF2B5EF4-FFF2-40B4-BE49-F238E27FC236}">
                  <a16:creationId xmlns:a16="http://schemas.microsoft.com/office/drawing/2014/main" id="{9175DCC0-514A-4CA1-AD9A-1BB0FFF1B4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06" name="Freeform 7">
              <a:extLst>
                <a:ext uri="{FF2B5EF4-FFF2-40B4-BE49-F238E27FC236}">
                  <a16:creationId xmlns:a16="http://schemas.microsoft.com/office/drawing/2014/main" id="{10371924-94D9-48AF-9D5B-6471775BE8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7C964FF9-A41A-438C-A22B-62690C98F1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08" name="Freeform 9">
              <a:extLst>
                <a:ext uri="{FF2B5EF4-FFF2-40B4-BE49-F238E27FC236}">
                  <a16:creationId xmlns:a16="http://schemas.microsoft.com/office/drawing/2014/main" id="{61716CD6-1875-4567-B3E2-364CD0960D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09" name="Freeform 10">
              <a:extLst>
                <a:ext uri="{FF2B5EF4-FFF2-40B4-BE49-F238E27FC236}">
                  <a16:creationId xmlns:a16="http://schemas.microsoft.com/office/drawing/2014/main" id="{31A293D3-7189-453D-AB91-1291AAFF3D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10" name="Freeform 11">
              <a:extLst>
                <a:ext uri="{FF2B5EF4-FFF2-40B4-BE49-F238E27FC236}">
                  <a16:creationId xmlns:a16="http://schemas.microsoft.com/office/drawing/2014/main" id="{87CB4EFE-58B3-4326-9CFB-A2AFADDFA5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11" name="Freeform 12">
              <a:extLst>
                <a:ext uri="{FF2B5EF4-FFF2-40B4-BE49-F238E27FC236}">
                  <a16:creationId xmlns:a16="http://schemas.microsoft.com/office/drawing/2014/main" id="{249CF4D3-B5A3-4287-BC9D-E9BB8FA6E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12" name="Freeform 13">
              <a:extLst>
                <a:ext uri="{FF2B5EF4-FFF2-40B4-BE49-F238E27FC236}">
                  <a16:creationId xmlns:a16="http://schemas.microsoft.com/office/drawing/2014/main" id="{4D2515F2-4D11-41AF-A6B1-7D084BEA98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13" name="Freeform 14">
              <a:extLst>
                <a:ext uri="{FF2B5EF4-FFF2-40B4-BE49-F238E27FC236}">
                  <a16:creationId xmlns:a16="http://schemas.microsoft.com/office/drawing/2014/main" id="{331BCBF4-0DC2-426E-84B3-AE38E403C9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14" name="Freeform 15">
              <a:extLst>
                <a:ext uri="{FF2B5EF4-FFF2-40B4-BE49-F238E27FC236}">
                  <a16:creationId xmlns:a16="http://schemas.microsoft.com/office/drawing/2014/main" id="{EC8AF156-0BE9-437D-A83B-87364146D0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15" name="Freeform 16">
              <a:extLst>
                <a:ext uri="{FF2B5EF4-FFF2-40B4-BE49-F238E27FC236}">
                  <a16:creationId xmlns:a16="http://schemas.microsoft.com/office/drawing/2014/main" id="{AC8CB256-3F62-4406-88F5-CE2421FF25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16" name="Freeform 17">
              <a:extLst>
                <a:ext uri="{FF2B5EF4-FFF2-40B4-BE49-F238E27FC236}">
                  <a16:creationId xmlns:a16="http://schemas.microsoft.com/office/drawing/2014/main" id="{F3E812EB-415E-4B60-B0FB-65386882CE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17" name="Freeform 18">
              <a:extLst>
                <a:ext uri="{FF2B5EF4-FFF2-40B4-BE49-F238E27FC236}">
                  <a16:creationId xmlns:a16="http://schemas.microsoft.com/office/drawing/2014/main" id="{EB4C95D7-8E6D-45EC-8CA1-9123D718E3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18" name="Freeform 19">
              <a:extLst>
                <a:ext uri="{FF2B5EF4-FFF2-40B4-BE49-F238E27FC236}">
                  <a16:creationId xmlns:a16="http://schemas.microsoft.com/office/drawing/2014/main" id="{83F62FD2-2F62-4495-997C-8BD7F95AB8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19" name="Freeform 20">
              <a:extLst>
                <a:ext uri="{FF2B5EF4-FFF2-40B4-BE49-F238E27FC236}">
                  <a16:creationId xmlns:a16="http://schemas.microsoft.com/office/drawing/2014/main" id="{B7DFE0F9-22A3-4846-8D4E-0D193BD328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20" name="Freeform 21">
              <a:extLst>
                <a:ext uri="{FF2B5EF4-FFF2-40B4-BE49-F238E27FC236}">
                  <a16:creationId xmlns:a16="http://schemas.microsoft.com/office/drawing/2014/main" id="{244DAF25-7415-491A-9FF6-E04BC2DC2E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21" name="Freeform 22">
              <a:extLst>
                <a:ext uri="{FF2B5EF4-FFF2-40B4-BE49-F238E27FC236}">
                  <a16:creationId xmlns:a16="http://schemas.microsoft.com/office/drawing/2014/main" id="{7ACA3646-863C-4D00-A58A-62C7FE71CE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22" name="Freeform 23">
              <a:extLst>
                <a:ext uri="{FF2B5EF4-FFF2-40B4-BE49-F238E27FC236}">
                  <a16:creationId xmlns:a16="http://schemas.microsoft.com/office/drawing/2014/main" id="{0EA18B38-BD42-45ED-8458-FB205DBC76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23" name="Freeform 24">
              <a:extLst>
                <a:ext uri="{FF2B5EF4-FFF2-40B4-BE49-F238E27FC236}">
                  <a16:creationId xmlns:a16="http://schemas.microsoft.com/office/drawing/2014/main" id="{45302917-5DBE-4CF2-B52F-478F93FDDE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24" name="Freeform 25">
              <a:extLst>
                <a:ext uri="{FF2B5EF4-FFF2-40B4-BE49-F238E27FC236}">
                  <a16:creationId xmlns:a16="http://schemas.microsoft.com/office/drawing/2014/main" id="{8E61E6FD-D40E-479C-ABE9-2B69AE20D8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25" name="Freeform 26">
              <a:extLst>
                <a:ext uri="{FF2B5EF4-FFF2-40B4-BE49-F238E27FC236}">
                  <a16:creationId xmlns:a16="http://schemas.microsoft.com/office/drawing/2014/main" id="{2F4DEB4F-F824-48D7-AF9B-B5D905DCD1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26" name="Freeform 27">
              <a:extLst>
                <a:ext uri="{FF2B5EF4-FFF2-40B4-BE49-F238E27FC236}">
                  <a16:creationId xmlns:a16="http://schemas.microsoft.com/office/drawing/2014/main" id="{F76CFA02-6090-4464-B573-BCA350C901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27" name="Freeform 28">
              <a:extLst>
                <a:ext uri="{FF2B5EF4-FFF2-40B4-BE49-F238E27FC236}">
                  <a16:creationId xmlns:a16="http://schemas.microsoft.com/office/drawing/2014/main" id="{51BE8BEC-76C7-41FE-AB76-35194C2442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28" name="Freeform 29">
              <a:extLst>
                <a:ext uri="{FF2B5EF4-FFF2-40B4-BE49-F238E27FC236}">
                  <a16:creationId xmlns:a16="http://schemas.microsoft.com/office/drawing/2014/main" id="{710F61D4-3B34-45A9-B9B7-CE0373AB49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29" name="Freeform 30">
              <a:extLst>
                <a:ext uri="{FF2B5EF4-FFF2-40B4-BE49-F238E27FC236}">
                  <a16:creationId xmlns:a16="http://schemas.microsoft.com/office/drawing/2014/main" id="{451F080F-4CFB-4626-87CA-BB4CACA1C6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30" name="Freeform 31">
              <a:extLst>
                <a:ext uri="{FF2B5EF4-FFF2-40B4-BE49-F238E27FC236}">
                  <a16:creationId xmlns:a16="http://schemas.microsoft.com/office/drawing/2014/main" id="{667BBD71-2295-4A66-B76C-F82175C2B0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31" name="Freeform 32">
              <a:extLst>
                <a:ext uri="{FF2B5EF4-FFF2-40B4-BE49-F238E27FC236}">
                  <a16:creationId xmlns:a16="http://schemas.microsoft.com/office/drawing/2014/main" id="{B6644DE8-5BD1-4D5F-B245-0D3A21BCE1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A4DE8FD0-E681-4D9C-85C2-BEA4C2B3A0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33" name="Freeform 34">
              <a:extLst>
                <a:ext uri="{FF2B5EF4-FFF2-40B4-BE49-F238E27FC236}">
                  <a16:creationId xmlns:a16="http://schemas.microsoft.com/office/drawing/2014/main" id="{D46033BD-1026-4388-B926-9D11E1D7C4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34" name="Freeform 35">
              <a:extLst>
                <a:ext uri="{FF2B5EF4-FFF2-40B4-BE49-F238E27FC236}">
                  <a16:creationId xmlns:a16="http://schemas.microsoft.com/office/drawing/2014/main" id="{1FA74D4C-2E28-42C5-A7FA-3C7D6BD8B7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35" name="Freeform 36">
              <a:extLst>
                <a:ext uri="{FF2B5EF4-FFF2-40B4-BE49-F238E27FC236}">
                  <a16:creationId xmlns:a16="http://schemas.microsoft.com/office/drawing/2014/main" id="{FADF7B3F-903C-456C-983E-C9868DDAB9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36" name="Freeform 37">
              <a:extLst>
                <a:ext uri="{FF2B5EF4-FFF2-40B4-BE49-F238E27FC236}">
                  <a16:creationId xmlns:a16="http://schemas.microsoft.com/office/drawing/2014/main" id="{033F8698-1549-44AD-8DAD-0055D7B807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37" name="Freeform 38">
              <a:extLst>
                <a:ext uri="{FF2B5EF4-FFF2-40B4-BE49-F238E27FC236}">
                  <a16:creationId xmlns:a16="http://schemas.microsoft.com/office/drawing/2014/main" id="{F1BDD4B6-46FD-4048-ADF1-32EADD9E5A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38" name="Freeform 39">
              <a:extLst>
                <a:ext uri="{FF2B5EF4-FFF2-40B4-BE49-F238E27FC236}">
                  <a16:creationId xmlns:a16="http://schemas.microsoft.com/office/drawing/2014/main" id="{E7F387A7-B3BF-4B1A-BFCA-2D21AD3DFE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39" name="Freeform 40">
              <a:extLst>
                <a:ext uri="{FF2B5EF4-FFF2-40B4-BE49-F238E27FC236}">
                  <a16:creationId xmlns:a16="http://schemas.microsoft.com/office/drawing/2014/main" id="{7A1B6BC8-EA82-459D-A0E0-4EBE394E71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40" name="Freeform 41">
              <a:extLst>
                <a:ext uri="{FF2B5EF4-FFF2-40B4-BE49-F238E27FC236}">
                  <a16:creationId xmlns:a16="http://schemas.microsoft.com/office/drawing/2014/main" id="{8B94E190-DDC2-4545-906F-A1699BD73D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41" name="Freeform 42">
              <a:extLst>
                <a:ext uri="{FF2B5EF4-FFF2-40B4-BE49-F238E27FC236}">
                  <a16:creationId xmlns:a16="http://schemas.microsoft.com/office/drawing/2014/main" id="{D9807239-A5BA-4BB3-9194-BCE3B2F21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42" name="Freeform 43">
              <a:extLst>
                <a:ext uri="{FF2B5EF4-FFF2-40B4-BE49-F238E27FC236}">
                  <a16:creationId xmlns:a16="http://schemas.microsoft.com/office/drawing/2014/main" id="{04D300FD-DC53-4375-8981-09EA63BCF1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43" name="Freeform 44">
              <a:extLst>
                <a:ext uri="{FF2B5EF4-FFF2-40B4-BE49-F238E27FC236}">
                  <a16:creationId xmlns:a16="http://schemas.microsoft.com/office/drawing/2014/main" id="{1DF83FFD-4C16-41FD-928F-6E88AFC451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A5B4BC2F-B667-462B-99D8-0C433124AB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45" name="Freeform 46">
              <a:extLst>
                <a:ext uri="{FF2B5EF4-FFF2-40B4-BE49-F238E27FC236}">
                  <a16:creationId xmlns:a16="http://schemas.microsoft.com/office/drawing/2014/main" id="{0CBD9EFB-AC61-4674-B75A-56449003CC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46" name="Freeform 47">
              <a:extLst>
                <a:ext uri="{FF2B5EF4-FFF2-40B4-BE49-F238E27FC236}">
                  <a16:creationId xmlns:a16="http://schemas.microsoft.com/office/drawing/2014/main" id="{1AD4BBB0-F6A7-451F-BE09-DF619F38EB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47" name="Freeform 48">
              <a:extLst>
                <a:ext uri="{FF2B5EF4-FFF2-40B4-BE49-F238E27FC236}">
                  <a16:creationId xmlns:a16="http://schemas.microsoft.com/office/drawing/2014/main" id="{A258B285-AE5E-473A-AA72-3C95E1D833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48" name="Freeform 49">
              <a:extLst>
                <a:ext uri="{FF2B5EF4-FFF2-40B4-BE49-F238E27FC236}">
                  <a16:creationId xmlns:a16="http://schemas.microsoft.com/office/drawing/2014/main" id="{7BEEDDE5-CB8A-4DF9-858F-4D9462D95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49" name="Freeform 50">
              <a:extLst>
                <a:ext uri="{FF2B5EF4-FFF2-40B4-BE49-F238E27FC236}">
                  <a16:creationId xmlns:a16="http://schemas.microsoft.com/office/drawing/2014/main" id="{DA1C731B-9B66-4D65-BF47-04B118107B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50" name="Freeform 51">
              <a:extLst>
                <a:ext uri="{FF2B5EF4-FFF2-40B4-BE49-F238E27FC236}">
                  <a16:creationId xmlns:a16="http://schemas.microsoft.com/office/drawing/2014/main" id="{58DBFEC6-C6DC-4B7A-934F-5A79EC3280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51" name="Freeform 52">
              <a:extLst>
                <a:ext uri="{FF2B5EF4-FFF2-40B4-BE49-F238E27FC236}">
                  <a16:creationId xmlns:a16="http://schemas.microsoft.com/office/drawing/2014/main" id="{9948D8CB-2DBE-4E48-98EA-DF9E2666A2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52" name="Freeform 53">
              <a:extLst>
                <a:ext uri="{FF2B5EF4-FFF2-40B4-BE49-F238E27FC236}">
                  <a16:creationId xmlns:a16="http://schemas.microsoft.com/office/drawing/2014/main" id="{56AB69F6-9F0B-4AB6-BCA8-AA2FD69E99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53" name="Freeform 54">
              <a:extLst>
                <a:ext uri="{FF2B5EF4-FFF2-40B4-BE49-F238E27FC236}">
                  <a16:creationId xmlns:a16="http://schemas.microsoft.com/office/drawing/2014/main" id="{0E7FB426-288D-4B0B-B73B-10CCC0EF41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54" name="Freeform 55">
              <a:extLst>
                <a:ext uri="{FF2B5EF4-FFF2-40B4-BE49-F238E27FC236}">
                  <a16:creationId xmlns:a16="http://schemas.microsoft.com/office/drawing/2014/main" id="{A5C59C6B-46C9-48C9-9F57-2EE738B531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55" name="Freeform 56">
              <a:extLst>
                <a:ext uri="{FF2B5EF4-FFF2-40B4-BE49-F238E27FC236}">
                  <a16:creationId xmlns:a16="http://schemas.microsoft.com/office/drawing/2014/main" id="{7CE85F33-17DC-4273-B06F-D171094449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56" name="Freeform 57">
              <a:extLst>
                <a:ext uri="{FF2B5EF4-FFF2-40B4-BE49-F238E27FC236}">
                  <a16:creationId xmlns:a16="http://schemas.microsoft.com/office/drawing/2014/main" id="{5CD001CF-F2C4-4810-A8D9-679F9F89E5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57" name="Freeform 58">
              <a:extLst>
                <a:ext uri="{FF2B5EF4-FFF2-40B4-BE49-F238E27FC236}">
                  <a16:creationId xmlns:a16="http://schemas.microsoft.com/office/drawing/2014/main" id="{69F4BCDD-D153-40D2-8DD1-2509EE0CE4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</p:grp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506A71-0EE1-14CB-5E58-52DA11995B8C}"/>
              </a:ext>
            </a:extLst>
          </p:cNvPr>
          <p:cNvSpPr>
            <a:spLocks noGrp="1"/>
          </p:cNvSpPr>
          <p:nvPr>
            <p:ph sz="half" idx="2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4968958" y="2249487"/>
            <a:ext cx="6078453" cy="3541714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GB" sz="1400" b="1"/>
              <a:t>Evolving Phishing Threats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GB" sz="1400"/>
              <a:t>Phishing remains a significant risk for organisations, requiring constant advancement in security measures to keep data safe.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GB" sz="1400" b="1"/>
              <a:t>Intelligent Detection Systems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GB" sz="1400"/>
              <a:t>Expert systems can identify malicious URLs and phishing sites, surpassing the limitations of basic blacklists.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GB" sz="1400" b="1"/>
              <a:t>Scalable and Explainable Security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GB" sz="1400"/>
              <a:t>Flexible, explainable, and scalable systems offer robust, adaptive defence against ever-changing phishing techniques.</a:t>
            </a:r>
          </a:p>
        </p:txBody>
      </p:sp>
    </p:spTree>
    <p:extLst>
      <p:ext uri="{BB962C8B-B14F-4D97-AF65-F5344CB8AC3E}">
        <p14:creationId xmlns:p14="http://schemas.microsoft.com/office/powerpoint/2010/main" val="2233290116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Picture 2">
            <a:extLst>
              <a:ext uri="{FF2B5EF4-FFF2-40B4-BE49-F238E27FC236}">
                <a16:creationId xmlns:a16="http://schemas.microsoft.com/office/drawing/2014/main" id="{59FACE42-44B0-4185-8ED4-9043A78C86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a14="http://schemas.microsoft.com/office/drawing/2010/main" xmlns:p14="http://schemas.microsoft.com/office/powerpoint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30" name="Group 229">
            <a:extLst>
              <a:ext uri="{FF2B5EF4-FFF2-40B4-BE49-F238E27FC236}">
                <a16:creationId xmlns:a16="http://schemas.microsoft.com/office/drawing/2014/main" id="{A838DBA2-246D-4087-AE0A-6EA2B4B65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231" name="Group 230">
              <a:extLst>
                <a:ext uri="{FF2B5EF4-FFF2-40B4-BE49-F238E27FC236}">
                  <a16:creationId xmlns:a16="http://schemas.microsoft.com/office/drawing/2014/main" id="{B4406F95-9579-494D-BE1E-A012A7F4CB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43" name="Rectangle 5">
                <a:extLst>
                  <a:ext uri="{FF2B5EF4-FFF2-40B4-BE49-F238E27FC236}">
                    <a16:creationId xmlns:a16="http://schemas.microsoft.com/office/drawing/2014/main" id="{4C8D671A-5C73-44CA-B6D0-7F3BC195BA6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244" name="Freeform 6">
                <a:extLst>
                  <a:ext uri="{FF2B5EF4-FFF2-40B4-BE49-F238E27FC236}">
                    <a16:creationId xmlns:a16="http://schemas.microsoft.com/office/drawing/2014/main" id="{F0DB3AC8-B5AD-4004-B0B9-74B58BECA0C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245" name="Freeform 7">
                <a:extLst>
                  <a:ext uri="{FF2B5EF4-FFF2-40B4-BE49-F238E27FC236}">
                    <a16:creationId xmlns:a16="http://schemas.microsoft.com/office/drawing/2014/main" id="{F3B2C8F3-E236-45B2-B2E1-8460F8FD6DD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246" name="Freeform 8">
                <a:extLst>
                  <a:ext uri="{FF2B5EF4-FFF2-40B4-BE49-F238E27FC236}">
                    <a16:creationId xmlns:a16="http://schemas.microsoft.com/office/drawing/2014/main" id="{761EE3AC-0BC2-4A29-AD58-5CB0EEFF96C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247" name="Freeform 9">
                <a:extLst>
                  <a:ext uri="{FF2B5EF4-FFF2-40B4-BE49-F238E27FC236}">
                    <a16:creationId xmlns:a16="http://schemas.microsoft.com/office/drawing/2014/main" id="{38DC43BE-83DD-43F3-A21F-9B58B1074FF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248" name="Freeform 10">
                <a:extLst>
                  <a:ext uri="{FF2B5EF4-FFF2-40B4-BE49-F238E27FC236}">
                    <a16:creationId xmlns:a16="http://schemas.microsoft.com/office/drawing/2014/main" id="{112583CE-53E8-48F6-9F71-25A32BFD619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249" name="Freeform 11">
                <a:extLst>
                  <a:ext uri="{FF2B5EF4-FFF2-40B4-BE49-F238E27FC236}">
                    <a16:creationId xmlns:a16="http://schemas.microsoft.com/office/drawing/2014/main" id="{229A7966-2C4F-4334-8FB7-08521F984D9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250" name="Freeform 12">
                <a:extLst>
                  <a:ext uri="{FF2B5EF4-FFF2-40B4-BE49-F238E27FC236}">
                    <a16:creationId xmlns:a16="http://schemas.microsoft.com/office/drawing/2014/main" id="{656FCF6A-DF5B-42AA-83C4-22CD7B9947D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251" name="Freeform 13">
                <a:extLst>
                  <a:ext uri="{FF2B5EF4-FFF2-40B4-BE49-F238E27FC236}">
                    <a16:creationId xmlns:a16="http://schemas.microsoft.com/office/drawing/2014/main" id="{E908B3EE-F31D-4E8D-BF3C-71F5B35F02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252" name="Freeform 14">
                <a:extLst>
                  <a:ext uri="{FF2B5EF4-FFF2-40B4-BE49-F238E27FC236}">
                    <a16:creationId xmlns:a16="http://schemas.microsoft.com/office/drawing/2014/main" id="{DA9F96D7-B42C-4F80-8F26-72388FE0C2E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253" name="Freeform 15">
                <a:extLst>
                  <a:ext uri="{FF2B5EF4-FFF2-40B4-BE49-F238E27FC236}">
                    <a16:creationId xmlns:a16="http://schemas.microsoft.com/office/drawing/2014/main" id="{5C9D5861-5A45-408A-A25E-61ED661AD75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254" name="Line 16">
                <a:extLst>
                  <a:ext uri="{FF2B5EF4-FFF2-40B4-BE49-F238E27FC236}">
                    <a16:creationId xmlns:a16="http://schemas.microsoft.com/office/drawing/2014/main" id="{DEEF5DD7-13B2-4CBB-A1AE-193A618B0F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255" name="Freeform 17">
                <a:extLst>
                  <a:ext uri="{FF2B5EF4-FFF2-40B4-BE49-F238E27FC236}">
                    <a16:creationId xmlns:a16="http://schemas.microsoft.com/office/drawing/2014/main" id="{3D896DDA-5AD2-4360-9E65-A792131051C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256" name="Freeform 18">
                <a:extLst>
                  <a:ext uri="{FF2B5EF4-FFF2-40B4-BE49-F238E27FC236}">
                    <a16:creationId xmlns:a16="http://schemas.microsoft.com/office/drawing/2014/main" id="{C088F3B1-D893-4078-8EAE-6A3776F6754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257" name="Freeform 19">
                <a:extLst>
                  <a:ext uri="{FF2B5EF4-FFF2-40B4-BE49-F238E27FC236}">
                    <a16:creationId xmlns:a16="http://schemas.microsoft.com/office/drawing/2014/main" id="{23CCB367-42E1-4DEF-BABD-7457EB9F28C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258" name="Freeform 20">
                <a:extLst>
                  <a:ext uri="{FF2B5EF4-FFF2-40B4-BE49-F238E27FC236}">
                    <a16:creationId xmlns:a16="http://schemas.microsoft.com/office/drawing/2014/main" id="{BAFD46CE-CD21-4C8E-8ACE-B1A0B74A904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259" name="Rectangle 21">
                <a:extLst>
                  <a:ext uri="{FF2B5EF4-FFF2-40B4-BE49-F238E27FC236}">
                    <a16:creationId xmlns:a16="http://schemas.microsoft.com/office/drawing/2014/main" id="{23980A26-1FFF-4434-A77C-C5A1C96A54B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260" name="Freeform 22">
                <a:extLst>
                  <a:ext uri="{FF2B5EF4-FFF2-40B4-BE49-F238E27FC236}">
                    <a16:creationId xmlns:a16="http://schemas.microsoft.com/office/drawing/2014/main" id="{AE64C1E5-E917-4222-8080-3EF831FB464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261" name="Freeform 23">
                <a:extLst>
                  <a:ext uri="{FF2B5EF4-FFF2-40B4-BE49-F238E27FC236}">
                    <a16:creationId xmlns:a16="http://schemas.microsoft.com/office/drawing/2014/main" id="{D4D42DE6-99E5-4D28-834E-6601A7DD93A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262" name="Freeform 24">
                <a:extLst>
                  <a:ext uri="{FF2B5EF4-FFF2-40B4-BE49-F238E27FC236}">
                    <a16:creationId xmlns:a16="http://schemas.microsoft.com/office/drawing/2014/main" id="{194304B3-4C44-49E0-A677-19E2DA8CC9E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263" name="Freeform 25">
                <a:extLst>
                  <a:ext uri="{FF2B5EF4-FFF2-40B4-BE49-F238E27FC236}">
                    <a16:creationId xmlns:a16="http://schemas.microsoft.com/office/drawing/2014/main" id="{C726387F-F77D-4FB6-A177-1DC6115E849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264" name="Freeform 26">
                <a:extLst>
                  <a:ext uri="{FF2B5EF4-FFF2-40B4-BE49-F238E27FC236}">
                    <a16:creationId xmlns:a16="http://schemas.microsoft.com/office/drawing/2014/main" id="{2F09766D-0653-4646-BA37-8FC23294BA7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265" name="Freeform 27">
                <a:extLst>
                  <a:ext uri="{FF2B5EF4-FFF2-40B4-BE49-F238E27FC236}">
                    <a16:creationId xmlns:a16="http://schemas.microsoft.com/office/drawing/2014/main" id="{F50D9867-C9E0-462B-894F-B2F97E26AC1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266" name="Freeform 28">
                <a:extLst>
                  <a:ext uri="{FF2B5EF4-FFF2-40B4-BE49-F238E27FC236}">
                    <a16:creationId xmlns:a16="http://schemas.microsoft.com/office/drawing/2014/main" id="{44179987-9B3B-4BC1-9BDA-EC9F30A3794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267" name="Freeform 29">
                <a:extLst>
                  <a:ext uri="{FF2B5EF4-FFF2-40B4-BE49-F238E27FC236}">
                    <a16:creationId xmlns:a16="http://schemas.microsoft.com/office/drawing/2014/main" id="{EF0E5480-8C2D-4FFE-9357-938DF0642BB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268" name="Freeform 30">
                <a:extLst>
                  <a:ext uri="{FF2B5EF4-FFF2-40B4-BE49-F238E27FC236}">
                    <a16:creationId xmlns:a16="http://schemas.microsoft.com/office/drawing/2014/main" id="{FDAC2F76-95E6-4EE4-8A26-47CDAE5C62A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269" name="Freeform 31">
                <a:extLst>
                  <a:ext uri="{FF2B5EF4-FFF2-40B4-BE49-F238E27FC236}">
                    <a16:creationId xmlns:a16="http://schemas.microsoft.com/office/drawing/2014/main" id="{249EB4AA-5D5B-4A3A-9F2D-6E4EDF2046C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</p:grpSp>
        <p:grpSp>
          <p:nvGrpSpPr>
            <p:cNvPr id="232" name="Group 231">
              <a:extLst>
                <a:ext uri="{FF2B5EF4-FFF2-40B4-BE49-F238E27FC236}">
                  <a16:creationId xmlns:a16="http://schemas.microsoft.com/office/drawing/2014/main" id="{375D3DC5-0B19-4EA9-A350-6218AC28CD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33" name="Freeform 32">
                <a:extLst>
                  <a:ext uri="{FF2B5EF4-FFF2-40B4-BE49-F238E27FC236}">
                    <a16:creationId xmlns:a16="http://schemas.microsoft.com/office/drawing/2014/main" id="{86B5A458-9418-4EDA-9B6F-E4754ABADFA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234" name="Freeform 33">
                <a:extLst>
                  <a:ext uri="{FF2B5EF4-FFF2-40B4-BE49-F238E27FC236}">
                    <a16:creationId xmlns:a16="http://schemas.microsoft.com/office/drawing/2014/main" id="{6307D20D-BE6F-4BFD-8A35-230A01AD726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235" name="Freeform 34">
                <a:extLst>
                  <a:ext uri="{FF2B5EF4-FFF2-40B4-BE49-F238E27FC236}">
                    <a16:creationId xmlns:a16="http://schemas.microsoft.com/office/drawing/2014/main" id="{37A04039-8217-4B7F-8F43-4039DF087D8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236" name="Freeform 35">
                <a:extLst>
                  <a:ext uri="{FF2B5EF4-FFF2-40B4-BE49-F238E27FC236}">
                    <a16:creationId xmlns:a16="http://schemas.microsoft.com/office/drawing/2014/main" id="{CA6CE641-5DEB-4A06-B9C3-B726A334C21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237" name="Freeform 36">
                <a:extLst>
                  <a:ext uri="{FF2B5EF4-FFF2-40B4-BE49-F238E27FC236}">
                    <a16:creationId xmlns:a16="http://schemas.microsoft.com/office/drawing/2014/main" id="{D08C7C1C-DF39-4479-94BD-47E71DE4221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238" name="Freeform 37">
                <a:extLst>
                  <a:ext uri="{FF2B5EF4-FFF2-40B4-BE49-F238E27FC236}">
                    <a16:creationId xmlns:a16="http://schemas.microsoft.com/office/drawing/2014/main" id="{27C5EAA7-E449-48C0-9B14-E677E6ECF89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239" name="Freeform 38">
                <a:extLst>
                  <a:ext uri="{FF2B5EF4-FFF2-40B4-BE49-F238E27FC236}">
                    <a16:creationId xmlns:a16="http://schemas.microsoft.com/office/drawing/2014/main" id="{AA6A8A39-39D4-41FE-9974-CB46106A73D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240" name="Freeform 39">
                <a:extLst>
                  <a:ext uri="{FF2B5EF4-FFF2-40B4-BE49-F238E27FC236}">
                    <a16:creationId xmlns:a16="http://schemas.microsoft.com/office/drawing/2014/main" id="{433C6D82-AE91-4A0C-97C6-34399C90847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241" name="Freeform 40">
                <a:extLst>
                  <a:ext uri="{FF2B5EF4-FFF2-40B4-BE49-F238E27FC236}">
                    <a16:creationId xmlns:a16="http://schemas.microsoft.com/office/drawing/2014/main" id="{D4C06E36-D233-423A-BC95-5B4D5BE35CB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242" name="Rectangle 41">
                <a:extLst>
                  <a:ext uri="{FF2B5EF4-FFF2-40B4-BE49-F238E27FC236}">
                    <a16:creationId xmlns:a16="http://schemas.microsoft.com/office/drawing/2014/main" id="{E1B0EEC1-CF7A-4761-B477-941DB41A83D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</p:grpSp>
      </p:grpSp>
      <p:grpSp>
        <p:nvGrpSpPr>
          <p:cNvPr id="271" name="Group 270">
            <a:extLst>
              <a:ext uri="{FF2B5EF4-FFF2-40B4-BE49-F238E27FC236}">
                <a16:creationId xmlns:a16="http://schemas.microsoft.com/office/drawing/2014/main" id="{9AE4726C-1831-4FE3-9A11-227F0DC2F0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12192003" cy="6858001"/>
            <a:chOff x="0" y="-1"/>
            <a:chExt cx="12192003" cy="6858001"/>
          </a:xfrm>
        </p:grpSpPr>
        <p:sp useBgFill="1">
          <p:nvSpPr>
            <p:cNvPr id="272" name="Rectangle 271">
              <a:extLst>
                <a:ext uri="{FF2B5EF4-FFF2-40B4-BE49-F238E27FC236}">
                  <a16:creationId xmlns:a16="http://schemas.microsoft.com/office/drawing/2014/main" id="{B651D7F7-8C54-448E-A268-1CBFAD87D4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73" name="Picture 2">
              <a:extLst>
                <a:ext uri="{FF2B5EF4-FFF2-40B4-BE49-F238E27FC236}">
                  <a16:creationId xmlns:a16="http://schemas.microsoft.com/office/drawing/2014/main" id="{E3B56E94-40E1-489A-98B2-A3238D66A0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4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="" xmlns:a16="http://schemas.microsoft.com/office/drawing/2014/main" xmlns:a14="http://schemas.microsoft.com/office/drawing/2010/main" xmlns:p14="http://schemas.microsoft.com/office/powerpoint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52DB203-F034-9ED3-3765-C13429DF9F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96697" y="618518"/>
            <a:ext cx="6050713" cy="14785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Key Project Objectives</a:t>
            </a:r>
          </a:p>
        </p:txBody>
      </p:sp>
      <p:pic>
        <p:nvPicPr>
          <p:cNvPr id="5" name="Content Placeholder 4" descr="Personal Cyber People Security 3d background">
            <a:extLst>
              <a:ext uri="{FF2B5EF4-FFF2-40B4-BE49-F238E27FC236}">
                <a16:creationId xmlns:a16="http://schemas.microsoft.com/office/drawing/2014/main" id="{3BB579F7-D627-4F1A-9F25-7C58B4B0E7F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5"/>
          <a:srcRect l="30580" r="18725"/>
          <a:stretch>
            <a:fillRect/>
          </a:stretch>
        </p:blipFill>
        <p:spPr>
          <a:xfrm>
            <a:off x="-5597" y="10"/>
            <a:ext cx="4635583" cy="6857990"/>
          </a:xfrm>
          <a:prstGeom prst="rect">
            <a:avLst/>
          </a:prstGeom>
        </p:spPr>
      </p:pic>
      <p:grpSp>
        <p:nvGrpSpPr>
          <p:cNvPr id="275" name="Group 274">
            <a:extLst>
              <a:ext uri="{FF2B5EF4-FFF2-40B4-BE49-F238E27FC236}">
                <a16:creationId xmlns:a16="http://schemas.microsoft.com/office/drawing/2014/main" id="{E916825F-759B-4F1A-BA80-AF7137691E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solidFill>
            <a:schemeClr val="tx1">
              <a:alpha val="70000"/>
            </a:schemeClr>
          </a:solidFill>
          <a:effectLst/>
        </p:grpSpPr>
        <p:sp>
          <p:nvSpPr>
            <p:cNvPr id="276" name="Rectangle 275">
              <a:extLst>
                <a:ext uri="{FF2B5EF4-FFF2-40B4-BE49-F238E27FC236}">
                  <a16:creationId xmlns:a16="http://schemas.microsoft.com/office/drawing/2014/main" id="{0AF64541-DE3B-4DBB-84E1-907956469E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77" name="Freeform 6">
              <a:extLst>
                <a:ext uri="{FF2B5EF4-FFF2-40B4-BE49-F238E27FC236}">
                  <a16:creationId xmlns:a16="http://schemas.microsoft.com/office/drawing/2014/main" id="{9175DCC0-514A-4CA1-AD9A-1BB0FFF1B4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78" name="Freeform 7">
              <a:extLst>
                <a:ext uri="{FF2B5EF4-FFF2-40B4-BE49-F238E27FC236}">
                  <a16:creationId xmlns:a16="http://schemas.microsoft.com/office/drawing/2014/main" id="{10371924-94D9-48AF-9D5B-6471775BE8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79" name="Rectangle 278">
              <a:extLst>
                <a:ext uri="{FF2B5EF4-FFF2-40B4-BE49-F238E27FC236}">
                  <a16:creationId xmlns:a16="http://schemas.microsoft.com/office/drawing/2014/main" id="{7C964FF9-A41A-438C-A22B-62690C98F1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80" name="Freeform 9">
              <a:extLst>
                <a:ext uri="{FF2B5EF4-FFF2-40B4-BE49-F238E27FC236}">
                  <a16:creationId xmlns:a16="http://schemas.microsoft.com/office/drawing/2014/main" id="{61716CD6-1875-4567-B3E2-364CD0960D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81" name="Freeform 10">
              <a:extLst>
                <a:ext uri="{FF2B5EF4-FFF2-40B4-BE49-F238E27FC236}">
                  <a16:creationId xmlns:a16="http://schemas.microsoft.com/office/drawing/2014/main" id="{31A293D3-7189-453D-AB91-1291AAFF3D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82" name="Freeform 11">
              <a:extLst>
                <a:ext uri="{FF2B5EF4-FFF2-40B4-BE49-F238E27FC236}">
                  <a16:creationId xmlns:a16="http://schemas.microsoft.com/office/drawing/2014/main" id="{87CB4EFE-58B3-4326-9CFB-A2AFADDFA5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83" name="Freeform 12">
              <a:extLst>
                <a:ext uri="{FF2B5EF4-FFF2-40B4-BE49-F238E27FC236}">
                  <a16:creationId xmlns:a16="http://schemas.microsoft.com/office/drawing/2014/main" id="{249CF4D3-B5A3-4287-BC9D-E9BB8FA6E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84" name="Freeform 13">
              <a:extLst>
                <a:ext uri="{FF2B5EF4-FFF2-40B4-BE49-F238E27FC236}">
                  <a16:creationId xmlns:a16="http://schemas.microsoft.com/office/drawing/2014/main" id="{4D2515F2-4D11-41AF-A6B1-7D084BEA98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85" name="Freeform 14">
              <a:extLst>
                <a:ext uri="{FF2B5EF4-FFF2-40B4-BE49-F238E27FC236}">
                  <a16:creationId xmlns:a16="http://schemas.microsoft.com/office/drawing/2014/main" id="{331BCBF4-0DC2-426E-84B3-AE38E403C9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86" name="Freeform 15">
              <a:extLst>
                <a:ext uri="{FF2B5EF4-FFF2-40B4-BE49-F238E27FC236}">
                  <a16:creationId xmlns:a16="http://schemas.microsoft.com/office/drawing/2014/main" id="{EC8AF156-0BE9-437D-A83B-87364146D0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87" name="Freeform 16">
              <a:extLst>
                <a:ext uri="{FF2B5EF4-FFF2-40B4-BE49-F238E27FC236}">
                  <a16:creationId xmlns:a16="http://schemas.microsoft.com/office/drawing/2014/main" id="{AC8CB256-3F62-4406-88F5-CE2421FF25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88" name="Freeform 17">
              <a:extLst>
                <a:ext uri="{FF2B5EF4-FFF2-40B4-BE49-F238E27FC236}">
                  <a16:creationId xmlns:a16="http://schemas.microsoft.com/office/drawing/2014/main" id="{F3E812EB-415E-4B60-B0FB-65386882CE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89" name="Freeform 18">
              <a:extLst>
                <a:ext uri="{FF2B5EF4-FFF2-40B4-BE49-F238E27FC236}">
                  <a16:creationId xmlns:a16="http://schemas.microsoft.com/office/drawing/2014/main" id="{EB4C95D7-8E6D-45EC-8CA1-9123D718E3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90" name="Freeform 19">
              <a:extLst>
                <a:ext uri="{FF2B5EF4-FFF2-40B4-BE49-F238E27FC236}">
                  <a16:creationId xmlns:a16="http://schemas.microsoft.com/office/drawing/2014/main" id="{83F62FD2-2F62-4495-997C-8BD7F95AB8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91" name="Freeform 20">
              <a:extLst>
                <a:ext uri="{FF2B5EF4-FFF2-40B4-BE49-F238E27FC236}">
                  <a16:creationId xmlns:a16="http://schemas.microsoft.com/office/drawing/2014/main" id="{B7DFE0F9-22A3-4846-8D4E-0D193BD328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92" name="Freeform 21">
              <a:extLst>
                <a:ext uri="{FF2B5EF4-FFF2-40B4-BE49-F238E27FC236}">
                  <a16:creationId xmlns:a16="http://schemas.microsoft.com/office/drawing/2014/main" id="{244DAF25-7415-491A-9FF6-E04BC2DC2E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93" name="Freeform 22">
              <a:extLst>
                <a:ext uri="{FF2B5EF4-FFF2-40B4-BE49-F238E27FC236}">
                  <a16:creationId xmlns:a16="http://schemas.microsoft.com/office/drawing/2014/main" id="{7ACA3646-863C-4D00-A58A-62C7FE71CE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94" name="Freeform 23">
              <a:extLst>
                <a:ext uri="{FF2B5EF4-FFF2-40B4-BE49-F238E27FC236}">
                  <a16:creationId xmlns:a16="http://schemas.microsoft.com/office/drawing/2014/main" id="{0EA18B38-BD42-45ED-8458-FB205DBC76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95" name="Freeform 24">
              <a:extLst>
                <a:ext uri="{FF2B5EF4-FFF2-40B4-BE49-F238E27FC236}">
                  <a16:creationId xmlns:a16="http://schemas.microsoft.com/office/drawing/2014/main" id="{45302917-5DBE-4CF2-B52F-478F93FDDE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96" name="Freeform 25">
              <a:extLst>
                <a:ext uri="{FF2B5EF4-FFF2-40B4-BE49-F238E27FC236}">
                  <a16:creationId xmlns:a16="http://schemas.microsoft.com/office/drawing/2014/main" id="{8E61E6FD-D40E-479C-ABE9-2B69AE20D8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97" name="Freeform 26">
              <a:extLst>
                <a:ext uri="{FF2B5EF4-FFF2-40B4-BE49-F238E27FC236}">
                  <a16:creationId xmlns:a16="http://schemas.microsoft.com/office/drawing/2014/main" id="{2F4DEB4F-F824-48D7-AF9B-B5D905DCD1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98" name="Freeform 27">
              <a:extLst>
                <a:ext uri="{FF2B5EF4-FFF2-40B4-BE49-F238E27FC236}">
                  <a16:creationId xmlns:a16="http://schemas.microsoft.com/office/drawing/2014/main" id="{F76CFA02-6090-4464-B573-BCA350C901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99" name="Freeform 28">
              <a:extLst>
                <a:ext uri="{FF2B5EF4-FFF2-40B4-BE49-F238E27FC236}">
                  <a16:creationId xmlns:a16="http://schemas.microsoft.com/office/drawing/2014/main" id="{51BE8BEC-76C7-41FE-AB76-35194C2442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300" name="Freeform 29">
              <a:extLst>
                <a:ext uri="{FF2B5EF4-FFF2-40B4-BE49-F238E27FC236}">
                  <a16:creationId xmlns:a16="http://schemas.microsoft.com/office/drawing/2014/main" id="{710F61D4-3B34-45A9-B9B7-CE0373AB49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301" name="Freeform 30">
              <a:extLst>
                <a:ext uri="{FF2B5EF4-FFF2-40B4-BE49-F238E27FC236}">
                  <a16:creationId xmlns:a16="http://schemas.microsoft.com/office/drawing/2014/main" id="{451F080F-4CFB-4626-87CA-BB4CACA1C6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302" name="Freeform 31">
              <a:extLst>
                <a:ext uri="{FF2B5EF4-FFF2-40B4-BE49-F238E27FC236}">
                  <a16:creationId xmlns:a16="http://schemas.microsoft.com/office/drawing/2014/main" id="{667BBD71-2295-4A66-B76C-F82175C2B0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303" name="Freeform 32">
              <a:extLst>
                <a:ext uri="{FF2B5EF4-FFF2-40B4-BE49-F238E27FC236}">
                  <a16:creationId xmlns:a16="http://schemas.microsoft.com/office/drawing/2014/main" id="{B6644DE8-5BD1-4D5F-B245-0D3A21BCE1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304" name="Rectangle 303">
              <a:extLst>
                <a:ext uri="{FF2B5EF4-FFF2-40B4-BE49-F238E27FC236}">
                  <a16:creationId xmlns:a16="http://schemas.microsoft.com/office/drawing/2014/main" id="{A4DE8FD0-E681-4D9C-85C2-BEA4C2B3A0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305" name="Freeform 34">
              <a:extLst>
                <a:ext uri="{FF2B5EF4-FFF2-40B4-BE49-F238E27FC236}">
                  <a16:creationId xmlns:a16="http://schemas.microsoft.com/office/drawing/2014/main" id="{D46033BD-1026-4388-B926-9D11E1D7C4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306" name="Freeform 35">
              <a:extLst>
                <a:ext uri="{FF2B5EF4-FFF2-40B4-BE49-F238E27FC236}">
                  <a16:creationId xmlns:a16="http://schemas.microsoft.com/office/drawing/2014/main" id="{1FA74D4C-2E28-42C5-A7FA-3C7D6BD8B7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307" name="Freeform 36">
              <a:extLst>
                <a:ext uri="{FF2B5EF4-FFF2-40B4-BE49-F238E27FC236}">
                  <a16:creationId xmlns:a16="http://schemas.microsoft.com/office/drawing/2014/main" id="{FADF7B3F-903C-456C-983E-C9868DDAB9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308" name="Freeform 37">
              <a:extLst>
                <a:ext uri="{FF2B5EF4-FFF2-40B4-BE49-F238E27FC236}">
                  <a16:creationId xmlns:a16="http://schemas.microsoft.com/office/drawing/2014/main" id="{033F8698-1549-44AD-8DAD-0055D7B807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309" name="Freeform 38">
              <a:extLst>
                <a:ext uri="{FF2B5EF4-FFF2-40B4-BE49-F238E27FC236}">
                  <a16:creationId xmlns:a16="http://schemas.microsoft.com/office/drawing/2014/main" id="{F1BDD4B6-46FD-4048-ADF1-32EADD9E5A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310" name="Freeform 39">
              <a:extLst>
                <a:ext uri="{FF2B5EF4-FFF2-40B4-BE49-F238E27FC236}">
                  <a16:creationId xmlns:a16="http://schemas.microsoft.com/office/drawing/2014/main" id="{E7F387A7-B3BF-4B1A-BFCA-2D21AD3DFE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311" name="Freeform 40">
              <a:extLst>
                <a:ext uri="{FF2B5EF4-FFF2-40B4-BE49-F238E27FC236}">
                  <a16:creationId xmlns:a16="http://schemas.microsoft.com/office/drawing/2014/main" id="{7A1B6BC8-EA82-459D-A0E0-4EBE394E71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312" name="Freeform 41">
              <a:extLst>
                <a:ext uri="{FF2B5EF4-FFF2-40B4-BE49-F238E27FC236}">
                  <a16:creationId xmlns:a16="http://schemas.microsoft.com/office/drawing/2014/main" id="{8B94E190-DDC2-4545-906F-A1699BD73D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313" name="Freeform 42">
              <a:extLst>
                <a:ext uri="{FF2B5EF4-FFF2-40B4-BE49-F238E27FC236}">
                  <a16:creationId xmlns:a16="http://schemas.microsoft.com/office/drawing/2014/main" id="{D9807239-A5BA-4BB3-9194-BCE3B2F21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314" name="Freeform 43">
              <a:extLst>
                <a:ext uri="{FF2B5EF4-FFF2-40B4-BE49-F238E27FC236}">
                  <a16:creationId xmlns:a16="http://schemas.microsoft.com/office/drawing/2014/main" id="{04D300FD-DC53-4375-8981-09EA63BCF1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315" name="Freeform 44">
              <a:extLst>
                <a:ext uri="{FF2B5EF4-FFF2-40B4-BE49-F238E27FC236}">
                  <a16:creationId xmlns:a16="http://schemas.microsoft.com/office/drawing/2014/main" id="{1DF83FFD-4C16-41FD-928F-6E88AFC451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316" name="Rectangle 315">
              <a:extLst>
                <a:ext uri="{FF2B5EF4-FFF2-40B4-BE49-F238E27FC236}">
                  <a16:creationId xmlns:a16="http://schemas.microsoft.com/office/drawing/2014/main" id="{A5B4BC2F-B667-462B-99D8-0C433124AB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317" name="Freeform 46">
              <a:extLst>
                <a:ext uri="{FF2B5EF4-FFF2-40B4-BE49-F238E27FC236}">
                  <a16:creationId xmlns:a16="http://schemas.microsoft.com/office/drawing/2014/main" id="{0CBD9EFB-AC61-4674-B75A-56449003CC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318" name="Freeform 47">
              <a:extLst>
                <a:ext uri="{FF2B5EF4-FFF2-40B4-BE49-F238E27FC236}">
                  <a16:creationId xmlns:a16="http://schemas.microsoft.com/office/drawing/2014/main" id="{1AD4BBB0-F6A7-451F-BE09-DF619F38EB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319" name="Freeform 48">
              <a:extLst>
                <a:ext uri="{FF2B5EF4-FFF2-40B4-BE49-F238E27FC236}">
                  <a16:creationId xmlns:a16="http://schemas.microsoft.com/office/drawing/2014/main" id="{A258B285-AE5E-473A-AA72-3C95E1D833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320" name="Freeform 49">
              <a:extLst>
                <a:ext uri="{FF2B5EF4-FFF2-40B4-BE49-F238E27FC236}">
                  <a16:creationId xmlns:a16="http://schemas.microsoft.com/office/drawing/2014/main" id="{7BEEDDE5-CB8A-4DF9-858F-4D9462D95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321" name="Freeform 50">
              <a:extLst>
                <a:ext uri="{FF2B5EF4-FFF2-40B4-BE49-F238E27FC236}">
                  <a16:creationId xmlns:a16="http://schemas.microsoft.com/office/drawing/2014/main" id="{DA1C731B-9B66-4D65-BF47-04B118107B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322" name="Freeform 51">
              <a:extLst>
                <a:ext uri="{FF2B5EF4-FFF2-40B4-BE49-F238E27FC236}">
                  <a16:creationId xmlns:a16="http://schemas.microsoft.com/office/drawing/2014/main" id="{58DBFEC6-C6DC-4B7A-934F-5A79EC3280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323" name="Freeform 52">
              <a:extLst>
                <a:ext uri="{FF2B5EF4-FFF2-40B4-BE49-F238E27FC236}">
                  <a16:creationId xmlns:a16="http://schemas.microsoft.com/office/drawing/2014/main" id="{9948D8CB-2DBE-4E48-98EA-DF9E2666A2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324" name="Freeform 53">
              <a:extLst>
                <a:ext uri="{FF2B5EF4-FFF2-40B4-BE49-F238E27FC236}">
                  <a16:creationId xmlns:a16="http://schemas.microsoft.com/office/drawing/2014/main" id="{56AB69F6-9F0B-4AB6-BCA8-AA2FD69E99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325" name="Freeform 54">
              <a:extLst>
                <a:ext uri="{FF2B5EF4-FFF2-40B4-BE49-F238E27FC236}">
                  <a16:creationId xmlns:a16="http://schemas.microsoft.com/office/drawing/2014/main" id="{0E7FB426-288D-4B0B-B73B-10CCC0EF41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326" name="Freeform 55">
              <a:extLst>
                <a:ext uri="{FF2B5EF4-FFF2-40B4-BE49-F238E27FC236}">
                  <a16:creationId xmlns:a16="http://schemas.microsoft.com/office/drawing/2014/main" id="{A5C59C6B-46C9-48C9-9F57-2EE738B531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327" name="Freeform 56">
              <a:extLst>
                <a:ext uri="{FF2B5EF4-FFF2-40B4-BE49-F238E27FC236}">
                  <a16:creationId xmlns:a16="http://schemas.microsoft.com/office/drawing/2014/main" id="{7CE85F33-17DC-4273-B06F-D171094449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328" name="Freeform 57">
              <a:extLst>
                <a:ext uri="{FF2B5EF4-FFF2-40B4-BE49-F238E27FC236}">
                  <a16:creationId xmlns:a16="http://schemas.microsoft.com/office/drawing/2014/main" id="{5CD001CF-F2C4-4810-A8D9-679F9F89E5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329" name="Freeform 58">
              <a:extLst>
                <a:ext uri="{FF2B5EF4-FFF2-40B4-BE49-F238E27FC236}">
                  <a16:creationId xmlns:a16="http://schemas.microsoft.com/office/drawing/2014/main" id="{69F4BCDD-D153-40D2-8DD1-2509EE0CE4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</p:grp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647A78-3874-31B9-97A5-1A621A26CD71}"/>
              </a:ext>
            </a:extLst>
          </p:cNvPr>
          <p:cNvSpPr>
            <a:spLocks noGrp="1"/>
          </p:cNvSpPr>
          <p:nvPr>
            <p:ph sz="half" idx="2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4968958" y="2249487"/>
            <a:ext cx="6078453" cy="3541714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GB" sz="1400" b="1"/>
              <a:t>Identifying Technical Indicators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GB" sz="1400"/>
              <a:t>We will model technical features that distinguish phishing attempts from legitimate online activities using expert analysis.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GB" sz="1400" b="1"/>
              <a:t>Developing Detection Systems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GB" sz="1400"/>
              <a:t>A detection system will be built, using rules-based and hybrid methods, utilising advanced tools and external threat intelligence.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GB" sz="1400" b="1"/>
              <a:t>Validation and Continuous Improvement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GB" sz="1400"/>
              <a:t>Our approaches will be validated with real-world scenarios, allowing for ongoing refinement as cyber threats evolve.</a:t>
            </a:r>
          </a:p>
        </p:txBody>
      </p:sp>
    </p:spTree>
    <p:extLst>
      <p:ext uri="{BB962C8B-B14F-4D97-AF65-F5344CB8AC3E}">
        <p14:creationId xmlns:p14="http://schemas.microsoft.com/office/powerpoint/2010/main" val="2600272061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Picture 2">
            <a:extLst>
              <a:ext uri="{FF2B5EF4-FFF2-40B4-BE49-F238E27FC236}">
                <a16:creationId xmlns:a16="http://schemas.microsoft.com/office/drawing/2014/main" id="{59FACE42-44B0-4185-8ED4-9043A78C86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a14="http://schemas.microsoft.com/office/drawing/2010/main" xmlns:p14="http://schemas.microsoft.com/office/powerpoint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5" name="Group 104">
            <a:extLst>
              <a:ext uri="{FF2B5EF4-FFF2-40B4-BE49-F238E27FC236}">
                <a16:creationId xmlns:a16="http://schemas.microsoft.com/office/drawing/2014/main" id="{A838DBA2-246D-4087-AE0A-6EA2B4B65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106" name="Group 105">
              <a:extLst>
                <a:ext uri="{FF2B5EF4-FFF2-40B4-BE49-F238E27FC236}">
                  <a16:creationId xmlns:a16="http://schemas.microsoft.com/office/drawing/2014/main" id="{B4406F95-9579-494D-BE1E-A012A7F4CB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8" name="Rectangle 5">
                <a:extLst>
                  <a:ext uri="{FF2B5EF4-FFF2-40B4-BE49-F238E27FC236}">
                    <a16:creationId xmlns:a16="http://schemas.microsoft.com/office/drawing/2014/main" id="{4C8D671A-5C73-44CA-B6D0-7F3BC195BA6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119" name="Freeform 6">
                <a:extLst>
                  <a:ext uri="{FF2B5EF4-FFF2-40B4-BE49-F238E27FC236}">
                    <a16:creationId xmlns:a16="http://schemas.microsoft.com/office/drawing/2014/main" id="{F0DB3AC8-B5AD-4004-B0B9-74B58BECA0C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120" name="Freeform 7">
                <a:extLst>
                  <a:ext uri="{FF2B5EF4-FFF2-40B4-BE49-F238E27FC236}">
                    <a16:creationId xmlns:a16="http://schemas.microsoft.com/office/drawing/2014/main" id="{F3B2C8F3-E236-45B2-B2E1-8460F8FD6DD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121" name="Freeform 8">
                <a:extLst>
                  <a:ext uri="{FF2B5EF4-FFF2-40B4-BE49-F238E27FC236}">
                    <a16:creationId xmlns:a16="http://schemas.microsoft.com/office/drawing/2014/main" id="{761EE3AC-0BC2-4A29-AD58-5CB0EEFF96C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122" name="Freeform 9">
                <a:extLst>
                  <a:ext uri="{FF2B5EF4-FFF2-40B4-BE49-F238E27FC236}">
                    <a16:creationId xmlns:a16="http://schemas.microsoft.com/office/drawing/2014/main" id="{38DC43BE-83DD-43F3-A21F-9B58B1074FF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123" name="Freeform 10">
                <a:extLst>
                  <a:ext uri="{FF2B5EF4-FFF2-40B4-BE49-F238E27FC236}">
                    <a16:creationId xmlns:a16="http://schemas.microsoft.com/office/drawing/2014/main" id="{112583CE-53E8-48F6-9F71-25A32BFD619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124" name="Freeform 11">
                <a:extLst>
                  <a:ext uri="{FF2B5EF4-FFF2-40B4-BE49-F238E27FC236}">
                    <a16:creationId xmlns:a16="http://schemas.microsoft.com/office/drawing/2014/main" id="{229A7966-2C4F-4334-8FB7-08521F984D9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125" name="Freeform 12">
                <a:extLst>
                  <a:ext uri="{FF2B5EF4-FFF2-40B4-BE49-F238E27FC236}">
                    <a16:creationId xmlns:a16="http://schemas.microsoft.com/office/drawing/2014/main" id="{656FCF6A-DF5B-42AA-83C4-22CD7B9947D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126" name="Freeform 13">
                <a:extLst>
                  <a:ext uri="{FF2B5EF4-FFF2-40B4-BE49-F238E27FC236}">
                    <a16:creationId xmlns:a16="http://schemas.microsoft.com/office/drawing/2014/main" id="{E908B3EE-F31D-4E8D-BF3C-71F5B35F02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127" name="Freeform 14">
                <a:extLst>
                  <a:ext uri="{FF2B5EF4-FFF2-40B4-BE49-F238E27FC236}">
                    <a16:creationId xmlns:a16="http://schemas.microsoft.com/office/drawing/2014/main" id="{DA9F96D7-B42C-4F80-8F26-72388FE0C2E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128" name="Freeform 15">
                <a:extLst>
                  <a:ext uri="{FF2B5EF4-FFF2-40B4-BE49-F238E27FC236}">
                    <a16:creationId xmlns:a16="http://schemas.microsoft.com/office/drawing/2014/main" id="{5C9D5861-5A45-408A-A25E-61ED661AD75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129" name="Line 16">
                <a:extLst>
                  <a:ext uri="{FF2B5EF4-FFF2-40B4-BE49-F238E27FC236}">
                    <a16:creationId xmlns:a16="http://schemas.microsoft.com/office/drawing/2014/main" id="{DEEF5DD7-13B2-4CBB-A1AE-193A618B0F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130" name="Freeform 17">
                <a:extLst>
                  <a:ext uri="{FF2B5EF4-FFF2-40B4-BE49-F238E27FC236}">
                    <a16:creationId xmlns:a16="http://schemas.microsoft.com/office/drawing/2014/main" id="{3D896DDA-5AD2-4360-9E65-A792131051C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131" name="Freeform 18">
                <a:extLst>
                  <a:ext uri="{FF2B5EF4-FFF2-40B4-BE49-F238E27FC236}">
                    <a16:creationId xmlns:a16="http://schemas.microsoft.com/office/drawing/2014/main" id="{C088F3B1-D893-4078-8EAE-6A3776F6754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132" name="Freeform 19">
                <a:extLst>
                  <a:ext uri="{FF2B5EF4-FFF2-40B4-BE49-F238E27FC236}">
                    <a16:creationId xmlns:a16="http://schemas.microsoft.com/office/drawing/2014/main" id="{23CCB367-42E1-4DEF-BABD-7457EB9F28C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133" name="Freeform 20">
                <a:extLst>
                  <a:ext uri="{FF2B5EF4-FFF2-40B4-BE49-F238E27FC236}">
                    <a16:creationId xmlns:a16="http://schemas.microsoft.com/office/drawing/2014/main" id="{BAFD46CE-CD21-4C8E-8ACE-B1A0B74A904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134" name="Rectangle 21">
                <a:extLst>
                  <a:ext uri="{FF2B5EF4-FFF2-40B4-BE49-F238E27FC236}">
                    <a16:creationId xmlns:a16="http://schemas.microsoft.com/office/drawing/2014/main" id="{23980A26-1FFF-4434-A77C-C5A1C96A54B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135" name="Freeform 22">
                <a:extLst>
                  <a:ext uri="{FF2B5EF4-FFF2-40B4-BE49-F238E27FC236}">
                    <a16:creationId xmlns:a16="http://schemas.microsoft.com/office/drawing/2014/main" id="{AE64C1E5-E917-4222-8080-3EF831FB464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136" name="Freeform 23">
                <a:extLst>
                  <a:ext uri="{FF2B5EF4-FFF2-40B4-BE49-F238E27FC236}">
                    <a16:creationId xmlns:a16="http://schemas.microsoft.com/office/drawing/2014/main" id="{D4D42DE6-99E5-4D28-834E-6601A7DD93A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137" name="Freeform 24">
                <a:extLst>
                  <a:ext uri="{FF2B5EF4-FFF2-40B4-BE49-F238E27FC236}">
                    <a16:creationId xmlns:a16="http://schemas.microsoft.com/office/drawing/2014/main" id="{194304B3-4C44-49E0-A677-19E2DA8CC9E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138" name="Freeform 25">
                <a:extLst>
                  <a:ext uri="{FF2B5EF4-FFF2-40B4-BE49-F238E27FC236}">
                    <a16:creationId xmlns:a16="http://schemas.microsoft.com/office/drawing/2014/main" id="{C726387F-F77D-4FB6-A177-1DC6115E849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139" name="Freeform 26">
                <a:extLst>
                  <a:ext uri="{FF2B5EF4-FFF2-40B4-BE49-F238E27FC236}">
                    <a16:creationId xmlns:a16="http://schemas.microsoft.com/office/drawing/2014/main" id="{2F09766D-0653-4646-BA37-8FC23294BA7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140" name="Freeform 27">
                <a:extLst>
                  <a:ext uri="{FF2B5EF4-FFF2-40B4-BE49-F238E27FC236}">
                    <a16:creationId xmlns:a16="http://schemas.microsoft.com/office/drawing/2014/main" id="{F50D9867-C9E0-462B-894F-B2F97E26AC1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141" name="Freeform 28">
                <a:extLst>
                  <a:ext uri="{FF2B5EF4-FFF2-40B4-BE49-F238E27FC236}">
                    <a16:creationId xmlns:a16="http://schemas.microsoft.com/office/drawing/2014/main" id="{44179987-9B3B-4BC1-9BDA-EC9F30A3794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142" name="Freeform 29">
                <a:extLst>
                  <a:ext uri="{FF2B5EF4-FFF2-40B4-BE49-F238E27FC236}">
                    <a16:creationId xmlns:a16="http://schemas.microsoft.com/office/drawing/2014/main" id="{EF0E5480-8C2D-4FFE-9357-938DF0642BB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143" name="Freeform 30">
                <a:extLst>
                  <a:ext uri="{FF2B5EF4-FFF2-40B4-BE49-F238E27FC236}">
                    <a16:creationId xmlns:a16="http://schemas.microsoft.com/office/drawing/2014/main" id="{FDAC2F76-95E6-4EE4-8A26-47CDAE5C62A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144" name="Freeform 31">
                <a:extLst>
                  <a:ext uri="{FF2B5EF4-FFF2-40B4-BE49-F238E27FC236}">
                    <a16:creationId xmlns:a16="http://schemas.microsoft.com/office/drawing/2014/main" id="{249EB4AA-5D5B-4A3A-9F2D-6E4EDF2046C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</p:grpSp>
        <p:grpSp>
          <p:nvGrpSpPr>
            <p:cNvPr id="107" name="Group 106">
              <a:extLst>
                <a:ext uri="{FF2B5EF4-FFF2-40B4-BE49-F238E27FC236}">
                  <a16:creationId xmlns:a16="http://schemas.microsoft.com/office/drawing/2014/main" id="{375D3DC5-0B19-4EA9-A350-6218AC28CD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08" name="Freeform 32">
                <a:extLst>
                  <a:ext uri="{FF2B5EF4-FFF2-40B4-BE49-F238E27FC236}">
                    <a16:creationId xmlns:a16="http://schemas.microsoft.com/office/drawing/2014/main" id="{86B5A458-9418-4EDA-9B6F-E4754ABADFA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109" name="Freeform 33">
                <a:extLst>
                  <a:ext uri="{FF2B5EF4-FFF2-40B4-BE49-F238E27FC236}">
                    <a16:creationId xmlns:a16="http://schemas.microsoft.com/office/drawing/2014/main" id="{6307D20D-BE6F-4BFD-8A35-230A01AD726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110" name="Freeform 34">
                <a:extLst>
                  <a:ext uri="{FF2B5EF4-FFF2-40B4-BE49-F238E27FC236}">
                    <a16:creationId xmlns:a16="http://schemas.microsoft.com/office/drawing/2014/main" id="{37A04039-8217-4B7F-8F43-4039DF087D8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111" name="Freeform 35">
                <a:extLst>
                  <a:ext uri="{FF2B5EF4-FFF2-40B4-BE49-F238E27FC236}">
                    <a16:creationId xmlns:a16="http://schemas.microsoft.com/office/drawing/2014/main" id="{CA6CE641-5DEB-4A06-B9C3-B726A334C21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112" name="Freeform 36">
                <a:extLst>
                  <a:ext uri="{FF2B5EF4-FFF2-40B4-BE49-F238E27FC236}">
                    <a16:creationId xmlns:a16="http://schemas.microsoft.com/office/drawing/2014/main" id="{D08C7C1C-DF39-4479-94BD-47E71DE4221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113" name="Freeform 37">
                <a:extLst>
                  <a:ext uri="{FF2B5EF4-FFF2-40B4-BE49-F238E27FC236}">
                    <a16:creationId xmlns:a16="http://schemas.microsoft.com/office/drawing/2014/main" id="{27C5EAA7-E449-48C0-9B14-E677E6ECF89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114" name="Freeform 38">
                <a:extLst>
                  <a:ext uri="{FF2B5EF4-FFF2-40B4-BE49-F238E27FC236}">
                    <a16:creationId xmlns:a16="http://schemas.microsoft.com/office/drawing/2014/main" id="{AA6A8A39-39D4-41FE-9974-CB46106A73D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115" name="Freeform 39">
                <a:extLst>
                  <a:ext uri="{FF2B5EF4-FFF2-40B4-BE49-F238E27FC236}">
                    <a16:creationId xmlns:a16="http://schemas.microsoft.com/office/drawing/2014/main" id="{433C6D82-AE91-4A0C-97C6-34399C90847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116" name="Freeform 40">
                <a:extLst>
                  <a:ext uri="{FF2B5EF4-FFF2-40B4-BE49-F238E27FC236}">
                    <a16:creationId xmlns:a16="http://schemas.microsoft.com/office/drawing/2014/main" id="{D4C06E36-D233-423A-BC95-5B4D5BE35CB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117" name="Rectangle 41">
                <a:extLst>
                  <a:ext uri="{FF2B5EF4-FFF2-40B4-BE49-F238E27FC236}">
                    <a16:creationId xmlns:a16="http://schemas.microsoft.com/office/drawing/2014/main" id="{E1B0EEC1-CF7A-4761-B477-941DB41A83D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</p:grpSp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9AE4726C-1831-4FE3-9A11-227F0DC2F0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12192003" cy="6858001"/>
            <a:chOff x="0" y="-1"/>
            <a:chExt cx="12192003" cy="6858001"/>
          </a:xfrm>
        </p:grpSpPr>
        <p:sp useBgFill="1">
          <p:nvSpPr>
            <p:cNvPr id="147" name="Rectangle 146">
              <a:extLst>
                <a:ext uri="{FF2B5EF4-FFF2-40B4-BE49-F238E27FC236}">
                  <a16:creationId xmlns:a16="http://schemas.microsoft.com/office/drawing/2014/main" id="{B651D7F7-8C54-448E-A268-1CBFAD87D4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48" name="Picture 2">
              <a:extLst>
                <a:ext uri="{FF2B5EF4-FFF2-40B4-BE49-F238E27FC236}">
                  <a16:creationId xmlns:a16="http://schemas.microsoft.com/office/drawing/2014/main" id="{E3B56E94-40E1-489A-98B2-A3238D66A0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4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="" xmlns:a16="http://schemas.microsoft.com/office/drawing/2014/main" xmlns:a14="http://schemas.microsoft.com/office/drawing/2010/main" xmlns:p14="http://schemas.microsoft.com/office/powerpoint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7CC483B-0FE7-B69D-68C4-706E5E30C4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96697" y="618518"/>
            <a:ext cx="6050713" cy="14785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Expert Knowledge Foundations</a:t>
            </a:r>
          </a:p>
        </p:txBody>
      </p:sp>
      <p:pic>
        <p:nvPicPr>
          <p:cNvPr id="5" name="Content Placeholder 4" descr="Stacked paper background">
            <a:extLst>
              <a:ext uri="{FF2B5EF4-FFF2-40B4-BE49-F238E27FC236}">
                <a16:creationId xmlns:a16="http://schemas.microsoft.com/office/drawing/2014/main" id="{F098762E-853C-4AAA-8E8C-945A08C2209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5"/>
          <a:srcRect l="63204" r="13476" b="1"/>
          <a:stretch>
            <a:fillRect/>
          </a:stretch>
        </p:blipFill>
        <p:spPr>
          <a:xfrm>
            <a:off x="-5597" y="10"/>
            <a:ext cx="4635583" cy="6857990"/>
          </a:xfrm>
          <a:prstGeom prst="rect">
            <a:avLst/>
          </a:prstGeom>
        </p:spPr>
      </p:pic>
      <p:grpSp>
        <p:nvGrpSpPr>
          <p:cNvPr id="150" name="Group 149">
            <a:extLst>
              <a:ext uri="{FF2B5EF4-FFF2-40B4-BE49-F238E27FC236}">
                <a16:creationId xmlns:a16="http://schemas.microsoft.com/office/drawing/2014/main" id="{E916825F-759B-4F1A-BA80-AF7137691E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solidFill>
            <a:schemeClr val="tx1">
              <a:alpha val="70000"/>
            </a:schemeClr>
          </a:solidFill>
          <a:effectLst/>
        </p:grpSpPr>
        <p:sp>
          <p:nvSpPr>
            <p:cNvPr id="151" name="Rectangle 150">
              <a:extLst>
                <a:ext uri="{FF2B5EF4-FFF2-40B4-BE49-F238E27FC236}">
                  <a16:creationId xmlns:a16="http://schemas.microsoft.com/office/drawing/2014/main" id="{0AF64541-DE3B-4DBB-84E1-907956469E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52" name="Freeform 6">
              <a:extLst>
                <a:ext uri="{FF2B5EF4-FFF2-40B4-BE49-F238E27FC236}">
                  <a16:creationId xmlns:a16="http://schemas.microsoft.com/office/drawing/2014/main" id="{9175DCC0-514A-4CA1-AD9A-1BB0FFF1B4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53" name="Freeform 7">
              <a:extLst>
                <a:ext uri="{FF2B5EF4-FFF2-40B4-BE49-F238E27FC236}">
                  <a16:creationId xmlns:a16="http://schemas.microsoft.com/office/drawing/2014/main" id="{10371924-94D9-48AF-9D5B-6471775BE8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54" name="Rectangle 153">
              <a:extLst>
                <a:ext uri="{FF2B5EF4-FFF2-40B4-BE49-F238E27FC236}">
                  <a16:creationId xmlns:a16="http://schemas.microsoft.com/office/drawing/2014/main" id="{7C964FF9-A41A-438C-A22B-62690C98F1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55" name="Freeform 9">
              <a:extLst>
                <a:ext uri="{FF2B5EF4-FFF2-40B4-BE49-F238E27FC236}">
                  <a16:creationId xmlns:a16="http://schemas.microsoft.com/office/drawing/2014/main" id="{61716CD6-1875-4567-B3E2-364CD0960D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56" name="Freeform 10">
              <a:extLst>
                <a:ext uri="{FF2B5EF4-FFF2-40B4-BE49-F238E27FC236}">
                  <a16:creationId xmlns:a16="http://schemas.microsoft.com/office/drawing/2014/main" id="{31A293D3-7189-453D-AB91-1291AAFF3D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57" name="Freeform 11">
              <a:extLst>
                <a:ext uri="{FF2B5EF4-FFF2-40B4-BE49-F238E27FC236}">
                  <a16:creationId xmlns:a16="http://schemas.microsoft.com/office/drawing/2014/main" id="{87CB4EFE-58B3-4326-9CFB-A2AFADDFA5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58" name="Freeform 12">
              <a:extLst>
                <a:ext uri="{FF2B5EF4-FFF2-40B4-BE49-F238E27FC236}">
                  <a16:creationId xmlns:a16="http://schemas.microsoft.com/office/drawing/2014/main" id="{249CF4D3-B5A3-4287-BC9D-E9BB8FA6E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59" name="Freeform 13">
              <a:extLst>
                <a:ext uri="{FF2B5EF4-FFF2-40B4-BE49-F238E27FC236}">
                  <a16:creationId xmlns:a16="http://schemas.microsoft.com/office/drawing/2014/main" id="{4D2515F2-4D11-41AF-A6B1-7D084BEA98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60" name="Freeform 14">
              <a:extLst>
                <a:ext uri="{FF2B5EF4-FFF2-40B4-BE49-F238E27FC236}">
                  <a16:creationId xmlns:a16="http://schemas.microsoft.com/office/drawing/2014/main" id="{331BCBF4-0DC2-426E-84B3-AE38E403C9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61" name="Freeform 15">
              <a:extLst>
                <a:ext uri="{FF2B5EF4-FFF2-40B4-BE49-F238E27FC236}">
                  <a16:creationId xmlns:a16="http://schemas.microsoft.com/office/drawing/2014/main" id="{EC8AF156-0BE9-437D-A83B-87364146D0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62" name="Freeform 16">
              <a:extLst>
                <a:ext uri="{FF2B5EF4-FFF2-40B4-BE49-F238E27FC236}">
                  <a16:creationId xmlns:a16="http://schemas.microsoft.com/office/drawing/2014/main" id="{AC8CB256-3F62-4406-88F5-CE2421FF25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63" name="Freeform 17">
              <a:extLst>
                <a:ext uri="{FF2B5EF4-FFF2-40B4-BE49-F238E27FC236}">
                  <a16:creationId xmlns:a16="http://schemas.microsoft.com/office/drawing/2014/main" id="{F3E812EB-415E-4B60-B0FB-65386882CE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64" name="Freeform 18">
              <a:extLst>
                <a:ext uri="{FF2B5EF4-FFF2-40B4-BE49-F238E27FC236}">
                  <a16:creationId xmlns:a16="http://schemas.microsoft.com/office/drawing/2014/main" id="{EB4C95D7-8E6D-45EC-8CA1-9123D718E3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65" name="Freeform 19">
              <a:extLst>
                <a:ext uri="{FF2B5EF4-FFF2-40B4-BE49-F238E27FC236}">
                  <a16:creationId xmlns:a16="http://schemas.microsoft.com/office/drawing/2014/main" id="{83F62FD2-2F62-4495-997C-8BD7F95AB8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66" name="Freeform 20">
              <a:extLst>
                <a:ext uri="{FF2B5EF4-FFF2-40B4-BE49-F238E27FC236}">
                  <a16:creationId xmlns:a16="http://schemas.microsoft.com/office/drawing/2014/main" id="{B7DFE0F9-22A3-4846-8D4E-0D193BD328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67" name="Freeform 21">
              <a:extLst>
                <a:ext uri="{FF2B5EF4-FFF2-40B4-BE49-F238E27FC236}">
                  <a16:creationId xmlns:a16="http://schemas.microsoft.com/office/drawing/2014/main" id="{244DAF25-7415-491A-9FF6-E04BC2DC2E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68" name="Freeform 22">
              <a:extLst>
                <a:ext uri="{FF2B5EF4-FFF2-40B4-BE49-F238E27FC236}">
                  <a16:creationId xmlns:a16="http://schemas.microsoft.com/office/drawing/2014/main" id="{7ACA3646-863C-4D00-A58A-62C7FE71CE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69" name="Freeform 23">
              <a:extLst>
                <a:ext uri="{FF2B5EF4-FFF2-40B4-BE49-F238E27FC236}">
                  <a16:creationId xmlns:a16="http://schemas.microsoft.com/office/drawing/2014/main" id="{0EA18B38-BD42-45ED-8458-FB205DBC76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70" name="Freeform 24">
              <a:extLst>
                <a:ext uri="{FF2B5EF4-FFF2-40B4-BE49-F238E27FC236}">
                  <a16:creationId xmlns:a16="http://schemas.microsoft.com/office/drawing/2014/main" id="{45302917-5DBE-4CF2-B52F-478F93FDDE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71" name="Freeform 25">
              <a:extLst>
                <a:ext uri="{FF2B5EF4-FFF2-40B4-BE49-F238E27FC236}">
                  <a16:creationId xmlns:a16="http://schemas.microsoft.com/office/drawing/2014/main" id="{8E61E6FD-D40E-479C-ABE9-2B69AE20D8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72" name="Freeform 26">
              <a:extLst>
                <a:ext uri="{FF2B5EF4-FFF2-40B4-BE49-F238E27FC236}">
                  <a16:creationId xmlns:a16="http://schemas.microsoft.com/office/drawing/2014/main" id="{2F4DEB4F-F824-48D7-AF9B-B5D905DCD1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73" name="Freeform 27">
              <a:extLst>
                <a:ext uri="{FF2B5EF4-FFF2-40B4-BE49-F238E27FC236}">
                  <a16:creationId xmlns:a16="http://schemas.microsoft.com/office/drawing/2014/main" id="{F76CFA02-6090-4464-B573-BCA350C901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74" name="Freeform 28">
              <a:extLst>
                <a:ext uri="{FF2B5EF4-FFF2-40B4-BE49-F238E27FC236}">
                  <a16:creationId xmlns:a16="http://schemas.microsoft.com/office/drawing/2014/main" id="{51BE8BEC-76C7-41FE-AB76-35194C2442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75" name="Freeform 29">
              <a:extLst>
                <a:ext uri="{FF2B5EF4-FFF2-40B4-BE49-F238E27FC236}">
                  <a16:creationId xmlns:a16="http://schemas.microsoft.com/office/drawing/2014/main" id="{710F61D4-3B34-45A9-B9B7-CE0373AB49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76" name="Freeform 30">
              <a:extLst>
                <a:ext uri="{FF2B5EF4-FFF2-40B4-BE49-F238E27FC236}">
                  <a16:creationId xmlns:a16="http://schemas.microsoft.com/office/drawing/2014/main" id="{451F080F-4CFB-4626-87CA-BB4CACA1C6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77" name="Freeform 31">
              <a:extLst>
                <a:ext uri="{FF2B5EF4-FFF2-40B4-BE49-F238E27FC236}">
                  <a16:creationId xmlns:a16="http://schemas.microsoft.com/office/drawing/2014/main" id="{667BBD71-2295-4A66-B76C-F82175C2B0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78" name="Freeform 32">
              <a:extLst>
                <a:ext uri="{FF2B5EF4-FFF2-40B4-BE49-F238E27FC236}">
                  <a16:creationId xmlns:a16="http://schemas.microsoft.com/office/drawing/2014/main" id="{B6644DE8-5BD1-4D5F-B245-0D3A21BCE1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79" name="Rectangle 178">
              <a:extLst>
                <a:ext uri="{FF2B5EF4-FFF2-40B4-BE49-F238E27FC236}">
                  <a16:creationId xmlns:a16="http://schemas.microsoft.com/office/drawing/2014/main" id="{A4DE8FD0-E681-4D9C-85C2-BEA4C2B3A0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80" name="Freeform 34">
              <a:extLst>
                <a:ext uri="{FF2B5EF4-FFF2-40B4-BE49-F238E27FC236}">
                  <a16:creationId xmlns:a16="http://schemas.microsoft.com/office/drawing/2014/main" id="{D46033BD-1026-4388-B926-9D11E1D7C4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81" name="Freeform 35">
              <a:extLst>
                <a:ext uri="{FF2B5EF4-FFF2-40B4-BE49-F238E27FC236}">
                  <a16:creationId xmlns:a16="http://schemas.microsoft.com/office/drawing/2014/main" id="{1FA74D4C-2E28-42C5-A7FA-3C7D6BD8B7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82" name="Freeform 36">
              <a:extLst>
                <a:ext uri="{FF2B5EF4-FFF2-40B4-BE49-F238E27FC236}">
                  <a16:creationId xmlns:a16="http://schemas.microsoft.com/office/drawing/2014/main" id="{FADF7B3F-903C-456C-983E-C9868DDAB9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83" name="Freeform 37">
              <a:extLst>
                <a:ext uri="{FF2B5EF4-FFF2-40B4-BE49-F238E27FC236}">
                  <a16:creationId xmlns:a16="http://schemas.microsoft.com/office/drawing/2014/main" id="{033F8698-1549-44AD-8DAD-0055D7B807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84" name="Freeform 38">
              <a:extLst>
                <a:ext uri="{FF2B5EF4-FFF2-40B4-BE49-F238E27FC236}">
                  <a16:creationId xmlns:a16="http://schemas.microsoft.com/office/drawing/2014/main" id="{F1BDD4B6-46FD-4048-ADF1-32EADD9E5A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85" name="Freeform 39">
              <a:extLst>
                <a:ext uri="{FF2B5EF4-FFF2-40B4-BE49-F238E27FC236}">
                  <a16:creationId xmlns:a16="http://schemas.microsoft.com/office/drawing/2014/main" id="{E7F387A7-B3BF-4B1A-BFCA-2D21AD3DFE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86" name="Freeform 40">
              <a:extLst>
                <a:ext uri="{FF2B5EF4-FFF2-40B4-BE49-F238E27FC236}">
                  <a16:creationId xmlns:a16="http://schemas.microsoft.com/office/drawing/2014/main" id="{7A1B6BC8-EA82-459D-A0E0-4EBE394E71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87" name="Freeform 41">
              <a:extLst>
                <a:ext uri="{FF2B5EF4-FFF2-40B4-BE49-F238E27FC236}">
                  <a16:creationId xmlns:a16="http://schemas.microsoft.com/office/drawing/2014/main" id="{8B94E190-DDC2-4545-906F-A1699BD73D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88" name="Freeform 42">
              <a:extLst>
                <a:ext uri="{FF2B5EF4-FFF2-40B4-BE49-F238E27FC236}">
                  <a16:creationId xmlns:a16="http://schemas.microsoft.com/office/drawing/2014/main" id="{D9807239-A5BA-4BB3-9194-BCE3B2F21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89" name="Freeform 43">
              <a:extLst>
                <a:ext uri="{FF2B5EF4-FFF2-40B4-BE49-F238E27FC236}">
                  <a16:creationId xmlns:a16="http://schemas.microsoft.com/office/drawing/2014/main" id="{04D300FD-DC53-4375-8981-09EA63BCF1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90" name="Freeform 44">
              <a:extLst>
                <a:ext uri="{FF2B5EF4-FFF2-40B4-BE49-F238E27FC236}">
                  <a16:creationId xmlns:a16="http://schemas.microsoft.com/office/drawing/2014/main" id="{1DF83FFD-4C16-41FD-928F-6E88AFC451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91" name="Rectangle 190">
              <a:extLst>
                <a:ext uri="{FF2B5EF4-FFF2-40B4-BE49-F238E27FC236}">
                  <a16:creationId xmlns:a16="http://schemas.microsoft.com/office/drawing/2014/main" id="{A5B4BC2F-B667-462B-99D8-0C433124AB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92" name="Freeform 46">
              <a:extLst>
                <a:ext uri="{FF2B5EF4-FFF2-40B4-BE49-F238E27FC236}">
                  <a16:creationId xmlns:a16="http://schemas.microsoft.com/office/drawing/2014/main" id="{0CBD9EFB-AC61-4674-B75A-56449003CC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93" name="Freeform 47">
              <a:extLst>
                <a:ext uri="{FF2B5EF4-FFF2-40B4-BE49-F238E27FC236}">
                  <a16:creationId xmlns:a16="http://schemas.microsoft.com/office/drawing/2014/main" id="{1AD4BBB0-F6A7-451F-BE09-DF619F38EB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94" name="Freeform 48">
              <a:extLst>
                <a:ext uri="{FF2B5EF4-FFF2-40B4-BE49-F238E27FC236}">
                  <a16:creationId xmlns:a16="http://schemas.microsoft.com/office/drawing/2014/main" id="{A258B285-AE5E-473A-AA72-3C95E1D833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95" name="Freeform 49">
              <a:extLst>
                <a:ext uri="{FF2B5EF4-FFF2-40B4-BE49-F238E27FC236}">
                  <a16:creationId xmlns:a16="http://schemas.microsoft.com/office/drawing/2014/main" id="{7BEEDDE5-CB8A-4DF9-858F-4D9462D95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96" name="Freeform 50">
              <a:extLst>
                <a:ext uri="{FF2B5EF4-FFF2-40B4-BE49-F238E27FC236}">
                  <a16:creationId xmlns:a16="http://schemas.microsoft.com/office/drawing/2014/main" id="{DA1C731B-9B66-4D65-BF47-04B118107B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97" name="Freeform 51">
              <a:extLst>
                <a:ext uri="{FF2B5EF4-FFF2-40B4-BE49-F238E27FC236}">
                  <a16:creationId xmlns:a16="http://schemas.microsoft.com/office/drawing/2014/main" id="{58DBFEC6-C6DC-4B7A-934F-5A79EC3280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98" name="Freeform 52">
              <a:extLst>
                <a:ext uri="{FF2B5EF4-FFF2-40B4-BE49-F238E27FC236}">
                  <a16:creationId xmlns:a16="http://schemas.microsoft.com/office/drawing/2014/main" id="{9948D8CB-2DBE-4E48-98EA-DF9E2666A2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99" name="Freeform 53">
              <a:extLst>
                <a:ext uri="{FF2B5EF4-FFF2-40B4-BE49-F238E27FC236}">
                  <a16:creationId xmlns:a16="http://schemas.microsoft.com/office/drawing/2014/main" id="{56AB69F6-9F0B-4AB6-BCA8-AA2FD69E99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00" name="Freeform 54">
              <a:extLst>
                <a:ext uri="{FF2B5EF4-FFF2-40B4-BE49-F238E27FC236}">
                  <a16:creationId xmlns:a16="http://schemas.microsoft.com/office/drawing/2014/main" id="{0E7FB426-288D-4B0B-B73B-10CCC0EF41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01" name="Freeform 55">
              <a:extLst>
                <a:ext uri="{FF2B5EF4-FFF2-40B4-BE49-F238E27FC236}">
                  <a16:creationId xmlns:a16="http://schemas.microsoft.com/office/drawing/2014/main" id="{A5C59C6B-46C9-48C9-9F57-2EE738B531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02" name="Freeform 56">
              <a:extLst>
                <a:ext uri="{FF2B5EF4-FFF2-40B4-BE49-F238E27FC236}">
                  <a16:creationId xmlns:a16="http://schemas.microsoft.com/office/drawing/2014/main" id="{7CE85F33-17DC-4273-B06F-D171094449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03" name="Freeform 57">
              <a:extLst>
                <a:ext uri="{FF2B5EF4-FFF2-40B4-BE49-F238E27FC236}">
                  <a16:creationId xmlns:a16="http://schemas.microsoft.com/office/drawing/2014/main" id="{5CD001CF-F2C4-4810-A8D9-679F9F89E5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04" name="Freeform 58">
              <a:extLst>
                <a:ext uri="{FF2B5EF4-FFF2-40B4-BE49-F238E27FC236}">
                  <a16:creationId xmlns:a16="http://schemas.microsoft.com/office/drawing/2014/main" id="{69F4BCDD-D153-40D2-8DD1-2509EE0CE4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</p:grp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71E5CE-8572-A812-038B-8CEC0B9C677E}"/>
              </a:ext>
            </a:extLst>
          </p:cNvPr>
          <p:cNvSpPr>
            <a:spLocks noGrp="1"/>
          </p:cNvSpPr>
          <p:nvPr>
            <p:ph sz="half" idx="2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4968958" y="2249487"/>
            <a:ext cx="6078453" cy="3541714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GB" sz="1400" b="1"/>
              <a:t>Academic Research Integration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GB" sz="1400"/>
              <a:t>We use leading academic research from trusted sources to inform and strengthen our approach.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GB" sz="1400" b="1"/>
              <a:t>Expert Practitioner Input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GB" sz="1400"/>
              <a:t>Direct insights from industry professionals ensure our methods are practical and up-to-date with real-world needs.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GB" sz="1400" b="1"/>
              <a:t>Agile and Practical Implementation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GB" sz="1400"/>
              <a:t>Hands-on experience guides agile rule development, effective risk communication, and identifying essential operational indicators.</a:t>
            </a:r>
          </a:p>
        </p:txBody>
      </p:sp>
    </p:spTree>
    <p:extLst>
      <p:ext uri="{BB962C8B-B14F-4D97-AF65-F5344CB8AC3E}">
        <p14:creationId xmlns:p14="http://schemas.microsoft.com/office/powerpoint/2010/main" val="1755522301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BFC9644-673A-459F-B3C5-9310A4E50E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ADB9295-9645-4BF2-ADFD-75800B7FAD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20788" cy="6858001"/>
            <a:chOff x="-14288" y="0"/>
            <a:chExt cx="1220788" cy="6858001"/>
          </a:xfrm>
          <a:solidFill>
            <a:schemeClr val="bg2">
              <a:lumMod val="60000"/>
              <a:lumOff val="40000"/>
              <a:alpha val="60000"/>
            </a:schemeClr>
          </a:solidFill>
        </p:grpSpPr>
        <p:sp>
          <p:nvSpPr>
            <p:cNvPr id="12" name="Rectangle 5">
              <a:extLst>
                <a:ext uri="{FF2B5EF4-FFF2-40B4-BE49-F238E27FC236}">
                  <a16:creationId xmlns:a16="http://schemas.microsoft.com/office/drawing/2014/main" id="{95B061E9-E435-4E1B-B160-96584A1166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dec="http://schemas.microsoft.com/office/drawing/2017/decorative" xmlns:p16="http://schemas.microsoft.com/office/powerpoint/2015/main" xmlns:p202="http://schemas.microsoft.com/office/powerpoint/2020/02/main" xmlns:dgm="http://schemas.openxmlformats.org/drawingml/2006/diagram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3CD7972E-7D38-40EE-A80B-E2A848811E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dec="http://schemas.microsoft.com/office/drawing/2017/decorative" xmlns:p16="http://schemas.microsoft.com/office/powerpoint/2015/main" xmlns:p202="http://schemas.microsoft.com/office/powerpoint/2020/02/main" xmlns:dgm="http://schemas.openxmlformats.org/drawingml/2006/diagram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524A3B55-746F-419F-8CFF-5F3A4BE143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dec="http://schemas.microsoft.com/office/drawing/2017/decorative" xmlns:p16="http://schemas.microsoft.com/office/powerpoint/2015/main" xmlns:p202="http://schemas.microsoft.com/office/powerpoint/2020/02/main" xmlns:dgm="http://schemas.openxmlformats.org/drawingml/2006/diagram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5" name="Freeform 8">
              <a:extLst>
                <a:ext uri="{FF2B5EF4-FFF2-40B4-BE49-F238E27FC236}">
                  <a16:creationId xmlns:a16="http://schemas.microsoft.com/office/drawing/2014/main" id="{9C63219B-AD72-4494-935E-F5C70DB549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dec="http://schemas.microsoft.com/office/drawing/2017/decorative" xmlns:p16="http://schemas.microsoft.com/office/powerpoint/2015/main" xmlns:p202="http://schemas.microsoft.com/office/powerpoint/2020/02/main" xmlns:dgm="http://schemas.openxmlformats.org/drawingml/2006/diagram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6" name="Freeform 9">
              <a:extLst>
                <a:ext uri="{FF2B5EF4-FFF2-40B4-BE49-F238E27FC236}">
                  <a16:creationId xmlns:a16="http://schemas.microsoft.com/office/drawing/2014/main" id="{15B41FD2-05E2-44E7-8760-09E65D1C60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dec="http://schemas.microsoft.com/office/drawing/2017/decorative" xmlns:p16="http://schemas.microsoft.com/office/powerpoint/2015/main" xmlns:p202="http://schemas.microsoft.com/office/powerpoint/2020/02/main" xmlns:dgm="http://schemas.openxmlformats.org/drawingml/2006/diagram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7" name="Freeform 10">
              <a:extLst>
                <a:ext uri="{FF2B5EF4-FFF2-40B4-BE49-F238E27FC236}">
                  <a16:creationId xmlns:a16="http://schemas.microsoft.com/office/drawing/2014/main" id="{FE6D63D0-3347-4EE2-8F65-F1C32168FA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dec="http://schemas.microsoft.com/office/drawing/2017/decorative" xmlns:p16="http://schemas.microsoft.com/office/powerpoint/2015/main" xmlns:p202="http://schemas.microsoft.com/office/powerpoint/2020/02/main" xmlns:dgm="http://schemas.openxmlformats.org/drawingml/2006/diagram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8" name="Freeform 11">
              <a:extLst>
                <a:ext uri="{FF2B5EF4-FFF2-40B4-BE49-F238E27FC236}">
                  <a16:creationId xmlns:a16="http://schemas.microsoft.com/office/drawing/2014/main" id="{538A46A3-DB16-45D5-B636-03EFE39FE9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dec="http://schemas.microsoft.com/office/drawing/2017/decorative" xmlns:p16="http://schemas.microsoft.com/office/powerpoint/2015/main" xmlns:p202="http://schemas.microsoft.com/office/powerpoint/2020/02/main" xmlns:dgm="http://schemas.openxmlformats.org/drawingml/2006/diagram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9" name="Freeform 12">
              <a:extLst>
                <a:ext uri="{FF2B5EF4-FFF2-40B4-BE49-F238E27FC236}">
                  <a16:creationId xmlns:a16="http://schemas.microsoft.com/office/drawing/2014/main" id="{0B8A2B0E-823F-4BE8-9359-45143BB124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dec="http://schemas.microsoft.com/office/drawing/2017/decorative" xmlns:p16="http://schemas.microsoft.com/office/powerpoint/2015/main" xmlns:p202="http://schemas.microsoft.com/office/powerpoint/2020/02/main" xmlns:dgm="http://schemas.openxmlformats.org/drawingml/2006/diagram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0" name="Freeform 13">
              <a:extLst>
                <a:ext uri="{FF2B5EF4-FFF2-40B4-BE49-F238E27FC236}">
                  <a16:creationId xmlns:a16="http://schemas.microsoft.com/office/drawing/2014/main" id="{44516B3C-A8BE-46FC-B643-3DFEB7F283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dec="http://schemas.microsoft.com/office/drawing/2017/decorative" xmlns:p16="http://schemas.microsoft.com/office/powerpoint/2015/main" xmlns:p202="http://schemas.microsoft.com/office/powerpoint/2020/02/main" xmlns:dgm="http://schemas.openxmlformats.org/drawingml/2006/diagram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1" name="Freeform 14">
              <a:extLst>
                <a:ext uri="{FF2B5EF4-FFF2-40B4-BE49-F238E27FC236}">
                  <a16:creationId xmlns:a16="http://schemas.microsoft.com/office/drawing/2014/main" id="{59FD699C-3920-4E57-BE27-165A3F036C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dec="http://schemas.microsoft.com/office/drawing/2017/decorative" xmlns:p16="http://schemas.microsoft.com/office/powerpoint/2015/main" xmlns:p202="http://schemas.microsoft.com/office/powerpoint/2020/02/main" xmlns:dgm="http://schemas.openxmlformats.org/drawingml/2006/diagram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2" name="Freeform 15">
              <a:extLst>
                <a:ext uri="{FF2B5EF4-FFF2-40B4-BE49-F238E27FC236}">
                  <a16:creationId xmlns:a16="http://schemas.microsoft.com/office/drawing/2014/main" id="{0FB0C02E-3F53-4889-8ADF-80DBC43F69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dec="http://schemas.microsoft.com/office/drawing/2017/decorative" xmlns:p16="http://schemas.microsoft.com/office/powerpoint/2015/main" xmlns:p202="http://schemas.microsoft.com/office/powerpoint/2020/02/main" xmlns:dgm="http://schemas.openxmlformats.org/drawingml/2006/diagram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3" name="Line 16">
              <a:extLst>
                <a:ext uri="{FF2B5EF4-FFF2-40B4-BE49-F238E27FC236}">
                  <a16:creationId xmlns:a16="http://schemas.microsoft.com/office/drawing/2014/main" id="{F8A0C89C-946F-4BCD-8A27-BB73E37FE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24" name="Freeform 17">
              <a:extLst>
                <a:ext uri="{FF2B5EF4-FFF2-40B4-BE49-F238E27FC236}">
                  <a16:creationId xmlns:a16="http://schemas.microsoft.com/office/drawing/2014/main" id="{70C83EAF-4E92-4849-A240-B257871DC0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dec="http://schemas.microsoft.com/office/drawing/2017/decorative" xmlns:p16="http://schemas.microsoft.com/office/powerpoint/2015/main" xmlns:p202="http://schemas.microsoft.com/office/powerpoint/2020/02/main" xmlns:dgm="http://schemas.openxmlformats.org/drawingml/2006/diagram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5" name="Freeform 18">
              <a:extLst>
                <a:ext uri="{FF2B5EF4-FFF2-40B4-BE49-F238E27FC236}">
                  <a16:creationId xmlns:a16="http://schemas.microsoft.com/office/drawing/2014/main" id="{320FD164-4D7A-469C-B3F4-B926BFACF5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dec="http://schemas.microsoft.com/office/drawing/2017/decorative" xmlns:p16="http://schemas.microsoft.com/office/powerpoint/2015/main" xmlns:p202="http://schemas.microsoft.com/office/powerpoint/2020/02/main" xmlns:dgm="http://schemas.openxmlformats.org/drawingml/2006/diagram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6" name="Freeform 19">
              <a:extLst>
                <a:ext uri="{FF2B5EF4-FFF2-40B4-BE49-F238E27FC236}">
                  <a16:creationId xmlns:a16="http://schemas.microsoft.com/office/drawing/2014/main" id="{F6E14D9A-4E63-48FF-95C5-9E8DDFF86C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dec="http://schemas.microsoft.com/office/drawing/2017/decorative" xmlns:p16="http://schemas.microsoft.com/office/powerpoint/2015/main" xmlns:p202="http://schemas.microsoft.com/office/powerpoint/2020/02/main" xmlns:dgm="http://schemas.openxmlformats.org/drawingml/2006/diagram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7" name="Freeform 20">
              <a:extLst>
                <a:ext uri="{FF2B5EF4-FFF2-40B4-BE49-F238E27FC236}">
                  <a16:creationId xmlns:a16="http://schemas.microsoft.com/office/drawing/2014/main" id="{F3DCD24F-3CA8-4404-B22C-E4C928995F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dec="http://schemas.microsoft.com/office/drawing/2017/decorative" xmlns:p16="http://schemas.microsoft.com/office/powerpoint/2015/main" xmlns:p202="http://schemas.microsoft.com/office/powerpoint/2020/02/main" xmlns:dgm="http://schemas.openxmlformats.org/drawingml/2006/diagram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8" name="Rectangle 21">
              <a:extLst>
                <a:ext uri="{FF2B5EF4-FFF2-40B4-BE49-F238E27FC236}">
                  <a16:creationId xmlns:a16="http://schemas.microsoft.com/office/drawing/2014/main" id="{8AD2E827-32A3-4BE4-9CC6-8315629177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dec="http://schemas.microsoft.com/office/drawing/2017/decorative" xmlns:p16="http://schemas.microsoft.com/office/powerpoint/2015/main" xmlns:p202="http://schemas.microsoft.com/office/powerpoint/2020/02/main" xmlns:dgm="http://schemas.openxmlformats.org/drawingml/2006/diagram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9" name="Freeform 22">
              <a:extLst>
                <a:ext uri="{FF2B5EF4-FFF2-40B4-BE49-F238E27FC236}">
                  <a16:creationId xmlns:a16="http://schemas.microsoft.com/office/drawing/2014/main" id="{47FB2CCC-1230-494F-B2D1-F05E5B8EDF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dec="http://schemas.microsoft.com/office/drawing/2017/decorative" xmlns:p16="http://schemas.microsoft.com/office/powerpoint/2015/main" xmlns:p202="http://schemas.microsoft.com/office/powerpoint/2020/02/main" xmlns:dgm="http://schemas.openxmlformats.org/drawingml/2006/diagram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30" name="Freeform 23">
              <a:extLst>
                <a:ext uri="{FF2B5EF4-FFF2-40B4-BE49-F238E27FC236}">
                  <a16:creationId xmlns:a16="http://schemas.microsoft.com/office/drawing/2014/main" id="{A5F44514-9274-47E3-9243-CA9356C166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dec="http://schemas.microsoft.com/office/drawing/2017/decorative" xmlns:p16="http://schemas.microsoft.com/office/powerpoint/2015/main" xmlns:p202="http://schemas.microsoft.com/office/powerpoint/2020/02/main" xmlns:dgm="http://schemas.openxmlformats.org/drawingml/2006/diagram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31" name="Freeform 24">
              <a:extLst>
                <a:ext uri="{FF2B5EF4-FFF2-40B4-BE49-F238E27FC236}">
                  <a16:creationId xmlns:a16="http://schemas.microsoft.com/office/drawing/2014/main" id="{D06192CD-AD86-4DCA-8B53-4ACCA46583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dec="http://schemas.microsoft.com/office/drawing/2017/decorative" xmlns:p16="http://schemas.microsoft.com/office/powerpoint/2015/main" xmlns:p202="http://schemas.microsoft.com/office/powerpoint/2020/02/main" xmlns:dgm="http://schemas.openxmlformats.org/drawingml/2006/diagram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32" name="Freeform 25">
              <a:extLst>
                <a:ext uri="{FF2B5EF4-FFF2-40B4-BE49-F238E27FC236}">
                  <a16:creationId xmlns:a16="http://schemas.microsoft.com/office/drawing/2014/main" id="{99E9203A-21E4-46D8-981A-4B28CA320A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dec="http://schemas.microsoft.com/office/drawing/2017/decorative" xmlns:p16="http://schemas.microsoft.com/office/powerpoint/2015/main" xmlns:p202="http://schemas.microsoft.com/office/powerpoint/2020/02/main" xmlns:dgm="http://schemas.openxmlformats.org/drawingml/2006/diagram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33" name="Freeform 26">
              <a:extLst>
                <a:ext uri="{FF2B5EF4-FFF2-40B4-BE49-F238E27FC236}">
                  <a16:creationId xmlns:a16="http://schemas.microsoft.com/office/drawing/2014/main" id="{32FCE9B6-FB52-4045-8DCC-E5959B9A40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dec="http://schemas.microsoft.com/office/drawing/2017/decorative" xmlns:p16="http://schemas.microsoft.com/office/powerpoint/2015/main" xmlns:p202="http://schemas.microsoft.com/office/powerpoint/2020/02/main" xmlns:dgm="http://schemas.openxmlformats.org/drawingml/2006/diagram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34" name="Freeform 27">
              <a:extLst>
                <a:ext uri="{FF2B5EF4-FFF2-40B4-BE49-F238E27FC236}">
                  <a16:creationId xmlns:a16="http://schemas.microsoft.com/office/drawing/2014/main" id="{E4A7025C-CDE8-429A-BBB9-E7380C9623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dec="http://schemas.microsoft.com/office/drawing/2017/decorative" xmlns:p16="http://schemas.microsoft.com/office/powerpoint/2015/main" xmlns:p202="http://schemas.microsoft.com/office/powerpoint/2020/02/main" xmlns:dgm="http://schemas.openxmlformats.org/drawingml/2006/diagram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35" name="Freeform 28">
              <a:extLst>
                <a:ext uri="{FF2B5EF4-FFF2-40B4-BE49-F238E27FC236}">
                  <a16:creationId xmlns:a16="http://schemas.microsoft.com/office/drawing/2014/main" id="{A4EA0256-5DF5-437A-98A7-B79F3E6BB8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dec="http://schemas.microsoft.com/office/drawing/2017/decorative" xmlns:p16="http://schemas.microsoft.com/office/powerpoint/2015/main" xmlns:p202="http://schemas.microsoft.com/office/powerpoint/2020/02/main" xmlns:dgm="http://schemas.openxmlformats.org/drawingml/2006/diagram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36" name="Freeform 29">
              <a:extLst>
                <a:ext uri="{FF2B5EF4-FFF2-40B4-BE49-F238E27FC236}">
                  <a16:creationId xmlns:a16="http://schemas.microsoft.com/office/drawing/2014/main" id="{90C9433D-9E1C-493B-BEBD-C3081FFA32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dec="http://schemas.microsoft.com/office/drawing/2017/decorative" xmlns:p16="http://schemas.microsoft.com/office/powerpoint/2015/main" xmlns:p202="http://schemas.microsoft.com/office/powerpoint/2020/02/main" xmlns:dgm="http://schemas.openxmlformats.org/drawingml/2006/diagram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37" name="Freeform 30">
              <a:extLst>
                <a:ext uri="{FF2B5EF4-FFF2-40B4-BE49-F238E27FC236}">
                  <a16:creationId xmlns:a16="http://schemas.microsoft.com/office/drawing/2014/main" id="{352B39BB-F298-4285-A709-1FBA0CB72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dec="http://schemas.microsoft.com/office/drawing/2017/decorative" xmlns:p16="http://schemas.microsoft.com/office/powerpoint/2015/main" xmlns:p202="http://schemas.microsoft.com/office/powerpoint/2020/02/main" xmlns:dgm="http://schemas.openxmlformats.org/drawingml/2006/diagram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38" name="Freeform 31">
              <a:extLst>
                <a:ext uri="{FF2B5EF4-FFF2-40B4-BE49-F238E27FC236}">
                  <a16:creationId xmlns:a16="http://schemas.microsoft.com/office/drawing/2014/main" id="{31CAF2A0-CBA0-4E86-AA87-8750EC1AFB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dec="http://schemas.microsoft.com/office/drawing/2017/decorative" xmlns:p16="http://schemas.microsoft.com/office/powerpoint/2015/main" xmlns:p202="http://schemas.microsoft.com/office/powerpoint/2020/02/main" xmlns:dgm="http://schemas.openxmlformats.org/drawingml/2006/diagram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B511B2F-4C84-E23C-4F5A-0CC5B54E6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9015" y="1093787"/>
            <a:ext cx="3059969" cy="4697413"/>
          </a:xfrm>
        </p:spPr>
        <p:txBody>
          <a:bodyPr>
            <a:normAutofit/>
          </a:bodyPr>
          <a:lstStyle/>
          <a:p>
            <a:r>
              <a:rPr lang="pt-PT"/>
              <a:t>Knowledge Acquisition Process</a:t>
            </a:r>
          </a:p>
        </p:txBody>
      </p:sp>
      <p:sp useBgFill="1">
        <p:nvSpPr>
          <p:cNvPr id="40" name="Round Diagonal Corner Rectangle 7">
            <a:extLst>
              <a:ext uri="{FF2B5EF4-FFF2-40B4-BE49-F238E27FC236}">
                <a16:creationId xmlns:a16="http://schemas.microsoft.com/office/drawing/2014/main" id="{7D1C411D-0818-4640-8657-2AF78250C8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25084" y="0"/>
            <a:ext cx="7566916" cy="6848476"/>
          </a:xfrm>
          <a:prstGeom prst="round2DiagRect">
            <a:avLst>
              <a:gd name="adj1" fmla="val 0"/>
              <a:gd name="adj2" fmla="val 0"/>
            </a:avLst>
          </a:prstGeom>
          <a:ln w="19050" cap="sq"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ontent Placeholder 4">
            <a:extLst>
              <a:ext uri="{FF2B5EF4-FFF2-40B4-BE49-F238E27FC236}">
                <a16:creationId xmlns:a16="http://schemas.microsoft.com/office/drawing/2014/main" id="{905EC953-6778-4176-9879-CE844D15B7E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87397926"/>
              </p:ex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VisualTitledTextBox"/>
                  </p202:designTagLst>
                </p202:designPr>
              </p:ext>
            </p:extLst>
          </p:nvPr>
        </p:nvGraphicFramePr>
        <p:xfrm>
          <a:off x="5215467" y="1093788"/>
          <a:ext cx="5831944" cy="46974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95868734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Picture 2">
            <a:extLst>
              <a:ext uri="{FF2B5EF4-FFF2-40B4-BE49-F238E27FC236}">
                <a16:creationId xmlns:a16="http://schemas.microsoft.com/office/drawing/2014/main" id="{59FACE42-44B0-4185-8ED4-9043A78C86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a14="http://schemas.microsoft.com/office/drawing/2010/main" xmlns:p14="http://schemas.microsoft.com/office/powerpoint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5" name="Group 104">
            <a:extLst>
              <a:ext uri="{FF2B5EF4-FFF2-40B4-BE49-F238E27FC236}">
                <a16:creationId xmlns:a16="http://schemas.microsoft.com/office/drawing/2014/main" id="{A838DBA2-246D-4087-AE0A-6EA2B4B65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106" name="Group 105">
              <a:extLst>
                <a:ext uri="{FF2B5EF4-FFF2-40B4-BE49-F238E27FC236}">
                  <a16:creationId xmlns:a16="http://schemas.microsoft.com/office/drawing/2014/main" id="{B4406F95-9579-494D-BE1E-A012A7F4CB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8" name="Rectangle 5">
                <a:extLst>
                  <a:ext uri="{FF2B5EF4-FFF2-40B4-BE49-F238E27FC236}">
                    <a16:creationId xmlns:a16="http://schemas.microsoft.com/office/drawing/2014/main" id="{4C8D671A-5C73-44CA-B6D0-7F3BC195BA6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119" name="Freeform 6">
                <a:extLst>
                  <a:ext uri="{FF2B5EF4-FFF2-40B4-BE49-F238E27FC236}">
                    <a16:creationId xmlns:a16="http://schemas.microsoft.com/office/drawing/2014/main" id="{F0DB3AC8-B5AD-4004-B0B9-74B58BECA0C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120" name="Freeform 7">
                <a:extLst>
                  <a:ext uri="{FF2B5EF4-FFF2-40B4-BE49-F238E27FC236}">
                    <a16:creationId xmlns:a16="http://schemas.microsoft.com/office/drawing/2014/main" id="{F3B2C8F3-E236-45B2-B2E1-8460F8FD6DD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121" name="Freeform 8">
                <a:extLst>
                  <a:ext uri="{FF2B5EF4-FFF2-40B4-BE49-F238E27FC236}">
                    <a16:creationId xmlns:a16="http://schemas.microsoft.com/office/drawing/2014/main" id="{761EE3AC-0BC2-4A29-AD58-5CB0EEFF96C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122" name="Freeform 9">
                <a:extLst>
                  <a:ext uri="{FF2B5EF4-FFF2-40B4-BE49-F238E27FC236}">
                    <a16:creationId xmlns:a16="http://schemas.microsoft.com/office/drawing/2014/main" id="{38DC43BE-83DD-43F3-A21F-9B58B1074FF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123" name="Freeform 10">
                <a:extLst>
                  <a:ext uri="{FF2B5EF4-FFF2-40B4-BE49-F238E27FC236}">
                    <a16:creationId xmlns:a16="http://schemas.microsoft.com/office/drawing/2014/main" id="{112583CE-53E8-48F6-9F71-25A32BFD619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124" name="Freeform 11">
                <a:extLst>
                  <a:ext uri="{FF2B5EF4-FFF2-40B4-BE49-F238E27FC236}">
                    <a16:creationId xmlns:a16="http://schemas.microsoft.com/office/drawing/2014/main" id="{229A7966-2C4F-4334-8FB7-08521F984D9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125" name="Freeform 12">
                <a:extLst>
                  <a:ext uri="{FF2B5EF4-FFF2-40B4-BE49-F238E27FC236}">
                    <a16:creationId xmlns:a16="http://schemas.microsoft.com/office/drawing/2014/main" id="{656FCF6A-DF5B-42AA-83C4-22CD7B9947D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126" name="Freeform 13">
                <a:extLst>
                  <a:ext uri="{FF2B5EF4-FFF2-40B4-BE49-F238E27FC236}">
                    <a16:creationId xmlns:a16="http://schemas.microsoft.com/office/drawing/2014/main" id="{E908B3EE-F31D-4E8D-BF3C-71F5B35F02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127" name="Freeform 14">
                <a:extLst>
                  <a:ext uri="{FF2B5EF4-FFF2-40B4-BE49-F238E27FC236}">
                    <a16:creationId xmlns:a16="http://schemas.microsoft.com/office/drawing/2014/main" id="{DA9F96D7-B42C-4F80-8F26-72388FE0C2E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128" name="Freeform 15">
                <a:extLst>
                  <a:ext uri="{FF2B5EF4-FFF2-40B4-BE49-F238E27FC236}">
                    <a16:creationId xmlns:a16="http://schemas.microsoft.com/office/drawing/2014/main" id="{5C9D5861-5A45-408A-A25E-61ED661AD75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129" name="Line 16">
                <a:extLst>
                  <a:ext uri="{FF2B5EF4-FFF2-40B4-BE49-F238E27FC236}">
                    <a16:creationId xmlns:a16="http://schemas.microsoft.com/office/drawing/2014/main" id="{DEEF5DD7-13B2-4CBB-A1AE-193A618B0F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130" name="Freeform 17">
                <a:extLst>
                  <a:ext uri="{FF2B5EF4-FFF2-40B4-BE49-F238E27FC236}">
                    <a16:creationId xmlns:a16="http://schemas.microsoft.com/office/drawing/2014/main" id="{3D896DDA-5AD2-4360-9E65-A792131051C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131" name="Freeform 18">
                <a:extLst>
                  <a:ext uri="{FF2B5EF4-FFF2-40B4-BE49-F238E27FC236}">
                    <a16:creationId xmlns:a16="http://schemas.microsoft.com/office/drawing/2014/main" id="{C088F3B1-D893-4078-8EAE-6A3776F6754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132" name="Freeform 19">
                <a:extLst>
                  <a:ext uri="{FF2B5EF4-FFF2-40B4-BE49-F238E27FC236}">
                    <a16:creationId xmlns:a16="http://schemas.microsoft.com/office/drawing/2014/main" id="{23CCB367-42E1-4DEF-BABD-7457EB9F28C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133" name="Freeform 20">
                <a:extLst>
                  <a:ext uri="{FF2B5EF4-FFF2-40B4-BE49-F238E27FC236}">
                    <a16:creationId xmlns:a16="http://schemas.microsoft.com/office/drawing/2014/main" id="{BAFD46CE-CD21-4C8E-8ACE-B1A0B74A904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134" name="Rectangle 21">
                <a:extLst>
                  <a:ext uri="{FF2B5EF4-FFF2-40B4-BE49-F238E27FC236}">
                    <a16:creationId xmlns:a16="http://schemas.microsoft.com/office/drawing/2014/main" id="{23980A26-1FFF-4434-A77C-C5A1C96A54B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135" name="Freeform 22">
                <a:extLst>
                  <a:ext uri="{FF2B5EF4-FFF2-40B4-BE49-F238E27FC236}">
                    <a16:creationId xmlns:a16="http://schemas.microsoft.com/office/drawing/2014/main" id="{AE64C1E5-E917-4222-8080-3EF831FB464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136" name="Freeform 23">
                <a:extLst>
                  <a:ext uri="{FF2B5EF4-FFF2-40B4-BE49-F238E27FC236}">
                    <a16:creationId xmlns:a16="http://schemas.microsoft.com/office/drawing/2014/main" id="{D4D42DE6-99E5-4D28-834E-6601A7DD93A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137" name="Freeform 24">
                <a:extLst>
                  <a:ext uri="{FF2B5EF4-FFF2-40B4-BE49-F238E27FC236}">
                    <a16:creationId xmlns:a16="http://schemas.microsoft.com/office/drawing/2014/main" id="{194304B3-4C44-49E0-A677-19E2DA8CC9E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138" name="Freeform 25">
                <a:extLst>
                  <a:ext uri="{FF2B5EF4-FFF2-40B4-BE49-F238E27FC236}">
                    <a16:creationId xmlns:a16="http://schemas.microsoft.com/office/drawing/2014/main" id="{C726387F-F77D-4FB6-A177-1DC6115E849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139" name="Freeform 26">
                <a:extLst>
                  <a:ext uri="{FF2B5EF4-FFF2-40B4-BE49-F238E27FC236}">
                    <a16:creationId xmlns:a16="http://schemas.microsoft.com/office/drawing/2014/main" id="{2F09766D-0653-4646-BA37-8FC23294BA7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140" name="Freeform 27">
                <a:extLst>
                  <a:ext uri="{FF2B5EF4-FFF2-40B4-BE49-F238E27FC236}">
                    <a16:creationId xmlns:a16="http://schemas.microsoft.com/office/drawing/2014/main" id="{F50D9867-C9E0-462B-894F-B2F97E26AC1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141" name="Freeform 28">
                <a:extLst>
                  <a:ext uri="{FF2B5EF4-FFF2-40B4-BE49-F238E27FC236}">
                    <a16:creationId xmlns:a16="http://schemas.microsoft.com/office/drawing/2014/main" id="{44179987-9B3B-4BC1-9BDA-EC9F30A3794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142" name="Freeform 29">
                <a:extLst>
                  <a:ext uri="{FF2B5EF4-FFF2-40B4-BE49-F238E27FC236}">
                    <a16:creationId xmlns:a16="http://schemas.microsoft.com/office/drawing/2014/main" id="{EF0E5480-8C2D-4FFE-9357-938DF0642BB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143" name="Freeform 30">
                <a:extLst>
                  <a:ext uri="{FF2B5EF4-FFF2-40B4-BE49-F238E27FC236}">
                    <a16:creationId xmlns:a16="http://schemas.microsoft.com/office/drawing/2014/main" id="{FDAC2F76-95E6-4EE4-8A26-47CDAE5C62A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144" name="Freeform 31">
                <a:extLst>
                  <a:ext uri="{FF2B5EF4-FFF2-40B4-BE49-F238E27FC236}">
                    <a16:creationId xmlns:a16="http://schemas.microsoft.com/office/drawing/2014/main" id="{249EB4AA-5D5B-4A3A-9F2D-6E4EDF2046C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</p:grpSp>
        <p:grpSp>
          <p:nvGrpSpPr>
            <p:cNvPr id="107" name="Group 106">
              <a:extLst>
                <a:ext uri="{FF2B5EF4-FFF2-40B4-BE49-F238E27FC236}">
                  <a16:creationId xmlns:a16="http://schemas.microsoft.com/office/drawing/2014/main" id="{375D3DC5-0B19-4EA9-A350-6218AC28CD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08" name="Freeform 32">
                <a:extLst>
                  <a:ext uri="{FF2B5EF4-FFF2-40B4-BE49-F238E27FC236}">
                    <a16:creationId xmlns:a16="http://schemas.microsoft.com/office/drawing/2014/main" id="{86B5A458-9418-4EDA-9B6F-E4754ABADFA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109" name="Freeform 33">
                <a:extLst>
                  <a:ext uri="{FF2B5EF4-FFF2-40B4-BE49-F238E27FC236}">
                    <a16:creationId xmlns:a16="http://schemas.microsoft.com/office/drawing/2014/main" id="{6307D20D-BE6F-4BFD-8A35-230A01AD726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110" name="Freeform 34">
                <a:extLst>
                  <a:ext uri="{FF2B5EF4-FFF2-40B4-BE49-F238E27FC236}">
                    <a16:creationId xmlns:a16="http://schemas.microsoft.com/office/drawing/2014/main" id="{37A04039-8217-4B7F-8F43-4039DF087D8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111" name="Freeform 35">
                <a:extLst>
                  <a:ext uri="{FF2B5EF4-FFF2-40B4-BE49-F238E27FC236}">
                    <a16:creationId xmlns:a16="http://schemas.microsoft.com/office/drawing/2014/main" id="{CA6CE641-5DEB-4A06-B9C3-B726A334C21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112" name="Freeform 36">
                <a:extLst>
                  <a:ext uri="{FF2B5EF4-FFF2-40B4-BE49-F238E27FC236}">
                    <a16:creationId xmlns:a16="http://schemas.microsoft.com/office/drawing/2014/main" id="{D08C7C1C-DF39-4479-94BD-47E71DE4221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113" name="Freeform 37">
                <a:extLst>
                  <a:ext uri="{FF2B5EF4-FFF2-40B4-BE49-F238E27FC236}">
                    <a16:creationId xmlns:a16="http://schemas.microsoft.com/office/drawing/2014/main" id="{27C5EAA7-E449-48C0-9B14-E677E6ECF89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114" name="Freeform 38">
                <a:extLst>
                  <a:ext uri="{FF2B5EF4-FFF2-40B4-BE49-F238E27FC236}">
                    <a16:creationId xmlns:a16="http://schemas.microsoft.com/office/drawing/2014/main" id="{AA6A8A39-39D4-41FE-9974-CB46106A73D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115" name="Freeform 39">
                <a:extLst>
                  <a:ext uri="{FF2B5EF4-FFF2-40B4-BE49-F238E27FC236}">
                    <a16:creationId xmlns:a16="http://schemas.microsoft.com/office/drawing/2014/main" id="{433C6D82-AE91-4A0C-97C6-34399C90847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116" name="Freeform 40">
                <a:extLst>
                  <a:ext uri="{FF2B5EF4-FFF2-40B4-BE49-F238E27FC236}">
                    <a16:creationId xmlns:a16="http://schemas.microsoft.com/office/drawing/2014/main" id="{D4C06E36-D233-423A-BC95-5B4D5BE35CB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117" name="Rectangle 41">
                <a:extLst>
                  <a:ext uri="{FF2B5EF4-FFF2-40B4-BE49-F238E27FC236}">
                    <a16:creationId xmlns:a16="http://schemas.microsoft.com/office/drawing/2014/main" id="{E1B0EEC1-CF7A-4761-B477-941DB41A83D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</p:grpSp>
      </p:grpSp>
      <p:grpSp>
        <p:nvGrpSpPr>
          <p:cNvPr id="216" name="Group 215">
            <a:extLst>
              <a:ext uri="{FF2B5EF4-FFF2-40B4-BE49-F238E27FC236}">
                <a16:creationId xmlns:a16="http://schemas.microsoft.com/office/drawing/2014/main" id="{9AE4726C-1831-4FE3-9A11-227F0DC2F0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12192003" cy="6858001"/>
            <a:chOff x="0" y="-1"/>
            <a:chExt cx="12192003" cy="6858001"/>
          </a:xfrm>
        </p:grpSpPr>
        <p:sp useBgFill="1">
          <p:nvSpPr>
            <p:cNvPr id="217" name="Rectangle 216">
              <a:extLst>
                <a:ext uri="{FF2B5EF4-FFF2-40B4-BE49-F238E27FC236}">
                  <a16:creationId xmlns:a16="http://schemas.microsoft.com/office/drawing/2014/main" id="{B651D7F7-8C54-448E-A268-1CBFAD87D4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18" name="Picture 2">
              <a:extLst>
                <a:ext uri="{FF2B5EF4-FFF2-40B4-BE49-F238E27FC236}">
                  <a16:creationId xmlns:a16="http://schemas.microsoft.com/office/drawing/2014/main" id="{E3B56E94-40E1-489A-98B2-A3238D66A0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4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="" xmlns:a16="http://schemas.microsoft.com/office/drawing/2014/main" xmlns:a14="http://schemas.microsoft.com/office/drawing/2010/main" xmlns:p14="http://schemas.microsoft.com/office/powerpoint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4AB660C-90ED-7200-D41B-3C4C8FDD1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96697" y="618518"/>
            <a:ext cx="6050713" cy="14785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Two-Phase Risk Detection Engine</a:t>
            </a:r>
          </a:p>
        </p:txBody>
      </p:sp>
      <p:pic>
        <p:nvPicPr>
          <p:cNvPr id="5" name="Content Placeholder 4" descr="Conceptual laptop with a computer user interface that is displaying coding and server backup graphics. Three dimensional computer design in a foggy studio space.">
            <a:extLst>
              <a:ext uri="{FF2B5EF4-FFF2-40B4-BE49-F238E27FC236}">
                <a16:creationId xmlns:a16="http://schemas.microsoft.com/office/drawing/2014/main" id="{DF15F97C-39F8-4D7A-8B9A-F31B989A906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5"/>
          <a:srcRect l="28462" r="27095"/>
          <a:stretch>
            <a:fillRect/>
          </a:stretch>
        </p:blipFill>
        <p:spPr>
          <a:xfrm>
            <a:off x="-5597" y="10"/>
            <a:ext cx="4635583" cy="6857990"/>
          </a:xfrm>
          <a:prstGeom prst="rect">
            <a:avLst/>
          </a:prstGeom>
        </p:spPr>
      </p:pic>
      <p:grpSp>
        <p:nvGrpSpPr>
          <p:cNvPr id="219" name="Group 218">
            <a:extLst>
              <a:ext uri="{FF2B5EF4-FFF2-40B4-BE49-F238E27FC236}">
                <a16:creationId xmlns:a16="http://schemas.microsoft.com/office/drawing/2014/main" id="{E916825F-759B-4F1A-BA80-AF7137691E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solidFill>
            <a:schemeClr val="tx1">
              <a:alpha val="70000"/>
            </a:schemeClr>
          </a:solidFill>
          <a:effectLst/>
        </p:grpSpPr>
        <p:sp>
          <p:nvSpPr>
            <p:cNvPr id="220" name="Rectangle 219">
              <a:extLst>
                <a:ext uri="{FF2B5EF4-FFF2-40B4-BE49-F238E27FC236}">
                  <a16:creationId xmlns:a16="http://schemas.microsoft.com/office/drawing/2014/main" id="{0AF64541-DE3B-4DBB-84E1-907956469E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21" name="Freeform 6">
              <a:extLst>
                <a:ext uri="{FF2B5EF4-FFF2-40B4-BE49-F238E27FC236}">
                  <a16:creationId xmlns:a16="http://schemas.microsoft.com/office/drawing/2014/main" id="{9175DCC0-514A-4CA1-AD9A-1BB0FFF1B4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22" name="Freeform 7">
              <a:extLst>
                <a:ext uri="{FF2B5EF4-FFF2-40B4-BE49-F238E27FC236}">
                  <a16:creationId xmlns:a16="http://schemas.microsoft.com/office/drawing/2014/main" id="{10371924-94D9-48AF-9D5B-6471775BE8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23" name="Rectangle 222">
              <a:extLst>
                <a:ext uri="{FF2B5EF4-FFF2-40B4-BE49-F238E27FC236}">
                  <a16:creationId xmlns:a16="http://schemas.microsoft.com/office/drawing/2014/main" id="{7C964FF9-A41A-438C-A22B-62690C98F1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24" name="Freeform 9">
              <a:extLst>
                <a:ext uri="{FF2B5EF4-FFF2-40B4-BE49-F238E27FC236}">
                  <a16:creationId xmlns:a16="http://schemas.microsoft.com/office/drawing/2014/main" id="{61716CD6-1875-4567-B3E2-364CD0960D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25" name="Freeform 10">
              <a:extLst>
                <a:ext uri="{FF2B5EF4-FFF2-40B4-BE49-F238E27FC236}">
                  <a16:creationId xmlns:a16="http://schemas.microsoft.com/office/drawing/2014/main" id="{31A293D3-7189-453D-AB91-1291AAFF3D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26" name="Freeform 11">
              <a:extLst>
                <a:ext uri="{FF2B5EF4-FFF2-40B4-BE49-F238E27FC236}">
                  <a16:creationId xmlns:a16="http://schemas.microsoft.com/office/drawing/2014/main" id="{87CB4EFE-58B3-4326-9CFB-A2AFADDFA5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27" name="Freeform 12">
              <a:extLst>
                <a:ext uri="{FF2B5EF4-FFF2-40B4-BE49-F238E27FC236}">
                  <a16:creationId xmlns:a16="http://schemas.microsoft.com/office/drawing/2014/main" id="{249CF4D3-B5A3-4287-BC9D-E9BB8FA6E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28" name="Freeform 13">
              <a:extLst>
                <a:ext uri="{FF2B5EF4-FFF2-40B4-BE49-F238E27FC236}">
                  <a16:creationId xmlns:a16="http://schemas.microsoft.com/office/drawing/2014/main" id="{4D2515F2-4D11-41AF-A6B1-7D084BEA98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29" name="Freeform 14">
              <a:extLst>
                <a:ext uri="{FF2B5EF4-FFF2-40B4-BE49-F238E27FC236}">
                  <a16:creationId xmlns:a16="http://schemas.microsoft.com/office/drawing/2014/main" id="{331BCBF4-0DC2-426E-84B3-AE38E403C9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30" name="Freeform 15">
              <a:extLst>
                <a:ext uri="{FF2B5EF4-FFF2-40B4-BE49-F238E27FC236}">
                  <a16:creationId xmlns:a16="http://schemas.microsoft.com/office/drawing/2014/main" id="{EC8AF156-0BE9-437D-A83B-87364146D0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31" name="Freeform 16">
              <a:extLst>
                <a:ext uri="{FF2B5EF4-FFF2-40B4-BE49-F238E27FC236}">
                  <a16:creationId xmlns:a16="http://schemas.microsoft.com/office/drawing/2014/main" id="{AC8CB256-3F62-4406-88F5-CE2421FF25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32" name="Freeform 17">
              <a:extLst>
                <a:ext uri="{FF2B5EF4-FFF2-40B4-BE49-F238E27FC236}">
                  <a16:creationId xmlns:a16="http://schemas.microsoft.com/office/drawing/2014/main" id="{F3E812EB-415E-4B60-B0FB-65386882CE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33" name="Freeform 18">
              <a:extLst>
                <a:ext uri="{FF2B5EF4-FFF2-40B4-BE49-F238E27FC236}">
                  <a16:creationId xmlns:a16="http://schemas.microsoft.com/office/drawing/2014/main" id="{EB4C95D7-8E6D-45EC-8CA1-9123D718E3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34" name="Freeform 19">
              <a:extLst>
                <a:ext uri="{FF2B5EF4-FFF2-40B4-BE49-F238E27FC236}">
                  <a16:creationId xmlns:a16="http://schemas.microsoft.com/office/drawing/2014/main" id="{83F62FD2-2F62-4495-997C-8BD7F95AB8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35" name="Freeform 20">
              <a:extLst>
                <a:ext uri="{FF2B5EF4-FFF2-40B4-BE49-F238E27FC236}">
                  <a16:creationId xmlns:a16="http://schemas.microsoft.com/office/drawing/2014/main" id="{B7DFE0F9-22A3-4846-8D4E-0D193BD328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36" name="Freeform 21">
              <a:extLst>
                <a:ext uri="{FF2B5EF4-FFF2-40B4-BE49-F238E27FC236}">
                  <a16:creationId xmlns:a16="http://schemas.microsoft.com/office/drawing/2014/main" id="{244DAF25-7415-491A-9FF6-E04BC2DC2E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37" name="Freeform 22">
              <a:extLst>
                <a:ext uri="{FF2B5EF4-FFF2-40B4-BE49-F238E27FC236}">
                  <a16:creationId xmlns:a16="http://schemas.microsoft.com/office/drawing/2014/main" id="{7ACA3646-863C-4D00-A58A-62C7FE71CE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38" name="Freeform 23">
              <a:extLst>
                <a:ext uri="{FF2B5EF4-FFF2-40B4-BE49-F238E27FC236}">
                  <a16:creationId xmlns:a16="http://schemas.microsoft.com/office/drawing/2014/main" id="{0EA18B38-BD42-45ED-8458-FB205DBC76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39" name="Freeform 24">
              <a:extLst>
                <a:ext uri="{FF2B5EF4-FFF2-40B4-BE49-F238E27FC236}">
                  <a16:creationId xmlns:a16="http://schemas.microsoft.com/office/drawing/2014/main" id="{45302917-5DBE-4CF2-B52F-478F93FDDE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40" name="Freeform 25">
              <a:extLst>
                <a:ext uri="{FF2B5EF4-FFF2-40B4-BE49-F238E27FC236}">
                  <a16:creationId xmlns:a16="http://schemas.microsoft.com/office/drawing/2014/main" id="{8E61E6FD-D40E-479C-ABE9-2B69AE20D8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41" name="Freeform 26">
              <a:extLst>
                <a:ext uri="{FF2B5EF4-FFF2-40B4-BE49-F238E27FC236}">
                  <a16:creationId xmlns:a16="http://schemas.microsoft.com/office/drawing/2014/main" id="{2F4DEB4F-F824-48D7-AF9B-B5D905DCD1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42" name="Freeform 27">
              <a:extLst>
                <a:ext uri="{FF2B5EF4-FFF2-40B4-BE49-F238E27FC236}">
                  <a16:creationId xmlns:a16="http://schemas.microsoft.com/office/drawing/2014/main" id="{F76CFA02-6090-4464-B573-BCA350C901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43" name="Freeform 28">
              <a:extLst>
                <a:ext uri="{FF2B5EF4-FFF2-40B4-BE49-F238E27FC236}">
                  <a16:creationId xmlns:a16="http://schemas.microsoft.com/office/drawing/2014/main" id="{51BE8BEC-76C7-41FE-AB76-35194C2442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44" name="Freeform 29">
              <a:extLst>
                <a:ext uri="{FF2B5EF4-FFF2-40B4-BE49-F238E27FC236}">
                  <a16:creationId xmlns:a16="http://schemas.microsoft.com/office/drawing/2014/main" id="{710F61D4-3B34-45A9-B9B7-CE0373AB49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45" name="Freeform 30">
              <a:extLst>
                <a:ext uri="{FF2B5EF4-FFF2-40B4-BE49-F238E27FC236}">
                  <a16:creationId xmlns:a16="http://schemas.microsoft.com/office/drawing/2014/main" id="{451F080F-4CFB-4626-87CA-BB4CACA1C6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46" name="Freeform 31">
              <a:extLst>
                <a:ext uri="{FF2B5EF4-FFF2-40B4-BE49-F238E27FC236}">
                  <a16:creationId xmlns:a16="http://schemas.microsoft.com/office/drawing/2014/main" id="{667BBD71-2295-4A66-B76C-F82175C2B0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47" name="Freeform 32">
              <a:extLst>
                <a:ext uri="{FF2B5EF4-FFF2-40B4-BE49-F238E27FC236}">
                  <a16:creationId xmlns:a16="http://schemas.microsoft.com/office/drawing/2014/main" id="{B6644DE8-5BD1-4D5F-B245-0D3A21BCE1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48" name="Rectangle 247">
              <a:extLst>
                <a:ext uri="{FF2B5EF4-FFF2-40B4-BE49-F238E27FC236}">
                  <a16:creationId xmlns:a16="http://schemas.microsoft.com/office/drawing/2014/main" id="{A4DE8FD0-E681-4D9C-85C2-BEA4C2B3A0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49" name="Freeform 34">
              <a:extLst>
                <a:ext uri="{FF2B5EF4-FFF2-40B4-BE49-F238E27FC236}">
                  <a16:creationId xmlns:a16="http://schemas.microsoft.com/office/drawing/2014/main" id="{D46033BD-1026-4388-B926-9D11E1D7C4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50" name="Freeform 35">
              <a:extLst>
                <a:ext uri="{FF2B5EF4-FFF2-40B4-BE49-F238E27FC236}">
                  <a16:creationId xmlns:a16="http://schemas.microsoft.com/office/drawing/2014/main" id="{1FA74D4C-2E28-42C5-A7FA-3C7D6BD8B7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51" name="Freeform 36">
              <a:extLst>
                <a:ext uri="{FF2B5EF4-FFF2-40B4-BE49-F238E27FC236}">
                  <a16:creationId xmlns:a16="http://schemas.microsoft.com/office/drawing/2014/main" id="{FADF7B3F-903C-456C-983E-C9868DDAB9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52" name="Freeform 37">
              <a:extLst>
                <a:ext uri="{FF2B5EF4-FFF2-40B4-BE49-F238E27FC236}">
                  <a16:creationId xmlns:a16="http://schemas.microsoft.com/office/drawing/2014/main" id="{033F8698-1549-44AD-8DAD-0055D7B807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53" name="Freeform 38">
              <a:extLst>
                <a:ext uri="{FF2B5EF4-FFF2-40B4-BE49-F238E27FC236}">
                  <a16:creationId xmlns:a16="http://schemas.microsoft.com/office/drawing/2014/main" id="{F1BDD4B6-46FD-4048-ADF1-32EADD9E5A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54" name="Freeform 39">
              <a:extLst>
                <a:ext uri="{FF2B5EF4-FFF2-40B4-BE49-F238E27FC236}">
                  <a16:creationId xmlns:a16="http://schemas.microsoft.com/office/drawing/2014/main" id="{E7F387A7-B3BF-4B1A-BFCA-2D21AD3DFE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55" name="Freeform 40">
              <a:extLst>
                <a:ext uri="{FF2B5EF4-FFF2-40B4-BE49-F238E27FC236}">
                  <a16:creationId xmlns:a16="http://schemas.microsoft.com/office/drawing/2014/main" id="{7A1B6BC8-EA82-459D-A0E0-4EBE394E71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56" name="Freeform 41">
              <a:extLst>
                <a:ext uri="{FF2B5EF4-FFF2-40B4-BE49-F238E27FC236}">
                  <a16:creationId xmlns:a16="http://schemas.microsoft.com/office/drawing/2014/main" id="{8B94E190-DDC2-4545-906F-A1699BD73D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57" name="Freeform 42">
              <a:extLst>
                <a:ext uri="{FF2B5EF4-FFF2-40B4-BE49-F238E27FC236}">
                  <a16:creationId xmlns:a16="http://schemas.microsoft.com/office/drawing/2014/main" id="{D9807239-A5BA-4BB3-9194-BCE3B2F21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58" name="Freeform 43">
              <a:extLst>
                <a:ext uri="{FF2B5EF4-FFF2-40B4-BE49-F238E27FC236}">
                  <a16:creationId xmlns:a16="http://schemas.microsoft.com/office/drawing/2014/main" id="{04D300FD-DC53-4375-8981-09EA63BCF1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59" name="Freeform 44">
              <a:extLst>
                <a:ext uri="{FF2B5EF4-FFF2-40B4-BE49-F238E27FC236}">
                  <a16:creationId xmlns:a16="http://schemas.microsoft.com/office/drawing/2014/main" id="{1DF83FFD-4C16-41FD-928F-6E88AFC451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60" name="Rectangle 259">
              <a:extLst>
                <a:ext uri="{FF2B5EF4-FFF2-40B4-BE49-F238E27FC236}">
                  <a16:creationId xmlns:a16="http://schemas.microsoft.com/office/drawing/2014/main" id="{A5B4BC2F-B667-462B-99D8-0C433124AB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61" name="Freeform 46">
              <a:extLst>
                <a:ext uri="{FF2B5EF4-FFF2-40B4-BE49-F238E27FC236}">
                  <a16:creationId xmlns:a16="http://schemas.microsoft.com/office/drawing/2014/main" id="{0CBD9EFB-AC61-4674-B75A-56449003CC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62" name="Freeform 47">
              <a:extLst>
                <a:ext uri="{FF2B5EF4-FFF2-40B4-BE49-F238E27FC236}">
                  <a16:creationId xmlns:a16="http://schemas.microsoft.com/office/drawing/2014/main" id="{1AD4BBB0-F6A7-451F-BE09-DF619F38EB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63" name="Freeform 48">
              <a:extLst>
                <a:ext uri="{FF2B5EF4-FFF2-40B4-BE49-F238E27FC236}">
                  <a16:creationId xmlns:a16="http://schemas.microsoft.com/office/drawing/2014/main" id="{A258B285-AE5E-473A-AA72-3C95E1D833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64" name="Freeform 49">
              <a:extLst>
                <a:ext uri="{FF2B5EF4-FFF2-40B4-BE49-F238E27FC236}">
                  <a16:creationId xmlns:a16="http://schemas.microsoft.com/office/drawing/2014/main" id="{7BEEDDE5-CB8A-4DF9-858F-4D9462D95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65" name="Freeform 50">
              <a:extLst>
                <a:ext uri="{FF2B5EF4-FFF2-40B4-BE49-F238E27FC236}">
                  <a16:creationId xmlns:a16="http://schemas.microsoft.com/office/drawing/2014/main" id="{DA1C731B-9B66-4D65-BF47-04B118107B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66" name="Freeform 51">
              <a:extLst>
                <a:ext uri="{FF2B5EF4-FFF2-40B4-BE49-F238E27FC236}">
                  <a16:creationId xmlns:a16="http://schemas.microsoft.com/office/drawing/2014/main" id="{58DBFEC6-C6DC-4B7A-934F-5A79EC3280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67" name="Freeform 52">
              <a:extLst>
                <a:ext uri="{FF2B5EF4-FFF2-40B4-BE49-F238E27FC236}">
                  <a16:creationId xmlns:a16="http://schemas.microsoft.com/office/drawing/2014/main" id="{9948D8CB-2DBE-4E48-98EA-DF9E2666A2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68" name="Freeform 53">
              <a:extLst>
                <a:ext uri="{FF2B5EF4-FFF2-40B4-BE49-F238E27FC236}">
                  <a16:creationId xmlns:a16="http://schemas.microsoft.com/office/drawing/2014/main" id="{56AB69F6-9F0B-4AB6-BCA8-AA2FD69E99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69" name="Freeform 54">
              <a:extLst>
                <a:ext uri="{FF2B5EF4-FFF2-40B4-BE49-F238E27FC236}">
                  <a16:creationId xmlns:a16="http://schemas.microsoft.com/office/drawing/2014/main" id="{0E7FB426-288D-4B0B-B73B-10CCC0EF41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70" name="Freeform 55">
              <a:extLst>
                <a:ext uri="{FF2B5EF4-FFF2-40B4-BE49-F238E27FC236}">
                  <a16:creationId xmlns:a16="http://schemas.microsoft.com/office/drawing/2014/main" id="{A5C59C6B-46C9-48C9-9F57-2EE738B531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71" name="Freeform 56">
              <a:extLst>
                <a:ext uri="{FF2B5EF4-FFF2-40B4-BE49-F238E27FC236}">
                  <a16:creationId xmlns:a16="http://schemas.microsoft.com/office/drawing/2014/main" id="{7CE85F33-17DC-4273-B06F-D171094449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72" name="Freeform 57">
              <a:extLst>
                <a:ext uri="{FF2B5EF4-FFF2-40B4-BE49-F238E27FC236}">
                  <a16:creationId xmlns:a16="http://schemas.microsoft.com/office/drawing/2014/main" id="{5CD001CF-F2C4-4810-A8D9-679F9F89E5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73" name="Freeform 58">
              <a:extLst>
                <a:ext uri="{FF2B5EF4-FFF2-40B4-BE49-F238E27FC236}">
                  <a16:creationId xmlns:a16="http://schemas.microsoft.com/office/drawing/2014/main" id="{69F4BCDD-D153-40D2-8DD1-2509EE0CE4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</p:grp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188918-378E-20F4-365E-9C0098E75DDC}"/>
              </a:ext>
            </a:extLst>
          </p:cNvPr>
          <p:cNvSpPr>
            <a:spLocks noGrp="1"/>
          </p:cNvSpPr>
          <p:nvPr>
            <p:ph sz="half" idx="2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4968958" y="2249487"/>
            <a:ext cx="6078453" cy="3541714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GB" sz="1400" b="1" dirty="0"/>
              <a:t>URL Analysis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GB" sz="1400" dirty="0"/>
              <a:t>The first phase uses static analysis to evaluate URL age, structure, tokens, redirections, and known risky patterns for initial risk detection.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GB" sz="1400" b="1" dirty="0"/>
              <a:t>Dynamic Content Inspection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GB" sz="1400" dirty="0"/>
              <a:t>The second phase inspects rendered HTML, JavaScript, forms, link ratios, and detects impersonation to assess deeper risks dynamically.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GB" sz="1400" b="1" dirty="0"/>
              <a:t>Weighted Risk Scoring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GB" sz="1400" dirty="0"/>
              <a:t>Both phases assign weighted scores, creating a transparent, auditable assessment that guides final safety decisions.</a:t>
            </a:r>
          </a:p>
        </p:txBody>
      </p:sp>
    </p:spTree>
    <p:extLst>
      <p:ext uri="{BB962C8B-B14F-4D97-AF65-F5344CB8AC3E}">
        <p14:creationId xmlns:p14="http://schemas.microsoft.com/office/powerpoint/2010/main" val="3109969985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>
            <a:extLst>
              <a:ext uri="{FF2B5EF4-FFF2-40B4-BE49-F238E27FC236}">
                <a16:creationId xmlns:a16="http://schemas.microsoft.com/office/drawing/2014/main" id="{9FBB3149-8289-4060-BB01-ED3047C531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3BAEF7DA-43C4-4736-B5A3-B48E6125AB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A909436B-313B-4D27-BD55-E8303EF451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4" name="Rectangle 5">
                <a:extLst>
                  <a:ext uri="{FF2B5EF4-FFF2-40B4-BE49-F238E27FC236}">
                    <a16:creationId xmlns:a16="http://schemas.microsoft.com/office/drawing/2014/main" id="{758BC0E2-32D9-41ED-907C-DA3C4A698EF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25" name="Freeform 6">
                <a:extLst>
                  <a:ext uri="{FF2B5EF4-FFF2-40B4-BE49-F238E27FC236}">
                    <a16:creationId xmlns:a16="http://schemas.microsoft.com/office/drawing/2014/main" id="{41E486E5-1757-4896-A762-4D0BE33091A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26" name="Freeform 7">
                <a:extLst>
                  <a:ext uri="{FF2B5EF4-FFF2-40B4-BE49-F238E27FC236}">
                    <a16:creationId xmlns:a16="http://schemas.microsoft.com/office/drawing/2014/main" id="{5812B4BD-11B4-43E6-B3D0-1F424A9FD83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27" name="Freeform 8">
                <a:extLst>
                  <a:ext uri="{FF2B5EF4-FFF2-40B4-BE49-F238E27FC236}">
                    <a16:creationId xmlns:a16="http://schemas.microsoft.com/office/drawing/2014/main" id="{6A0E1D38-C2A3-42C9-920D-F40319CE16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28" name="Freeform 9">
                <a:extLst>
                  <a:ext uri="{FF2B5EF4-FFF2-40B4-BE49-F238E27FC236}">
                    <a16:creationId xmlns:a16="http://schemas.microsoft.com/office/drawing/2014/main" id="{3FAF6AF3-9B01-4BEB-BB6B-08B34851198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29" name="Freeform 10">
                <a:extLst>
                  <a:ext uri="{FF2B5EF4-FFF2-40B4-BE49-F238E27FC236}">
                    <a16:creationId xmlns:a16="http://schemas.microsoft.com/office/drawing/2014/main" id="{53F7FADA-61E9-4AAB-BED8-D6FD1BB5455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30" name="Freeform 11">
                <a:extLst>
                  <a:ext uri="{FF2B5EF4-FFF2-40B4-BE49-F238E27FC236}">
                    <a16:creationId xmlns:a16="http://schemas.microsoft.com/office/drawing/2014/main" id="{46419F9F-3EEC-45FF-98BB-4F20D5347EC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31" name="Freeform 12">
                <a:extLst>
                  <a:ext uri="{FF2B5EF4-FFF2-40B4-BE49-F238E27FC236}">
                    <a16:creationId xmlns:a16="http://schemas.microsoft.com/office/drawing/2014/main" id="{1E081BCD-31AF-4E94-966D-497357D2219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32" name="Freeform 13">
                <a:extLst>
                  <a:ext uri="{FF2B5EF4-FFF2-40B4-BE49-F238E27FC236}">
                    <a16:creationId xmlns:a16="http://schemas.microsoft.com/office/drawing/2014/main" id="{5082EAA7-B95F-462F-8307-2C9EC1C35A7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33" name="Freeform 14">
                <a:extLst>
                  <a:ext uri="{FF2B5EF4-FFF2-40B4-BE49-F238E27FC236}">
                    <a16:creationId xmlns:a16="http://schemas.microsoft.com/office/drawing/2014/main" id="{E9A57125-4B73-448E-B7B7-94380A928DF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34" name="Freeform 15">
                <a:extLst>
                  <a:ext uri="{FF2B5EF4-FFF2-40B4-BE49-F238E27FC236}">
                    <a16:creationId xmlns:a16="http://schemas.microsoft.com/office/drawing/2014/main" id="{7290E834-81F0-42A1-B66B-33D45805739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35" name="Line 16">
                <a:extLst>
                  <a:ext uri="{FF2B5EF4-FFF2-40B4-BE49-F238E27FC236}">
                    <a16:creationId xmlns:a16="http://schemas.microsoft.com/office/drawing/2014/main" id="{C9FA5563-6ED2-4EAC-A8ED-DF71850ACD9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36" name="Freeform 17">
                <a:extLst>
                  <a:ext uri="{FF2B5EF4-FFF2-40B4-BE49-F238E27FC236}">
                    <a16:creationId xmlns:a16="http://schemas.microsoft.com/office/drawing/2014/main" id="{50479572-5CA3-41F4-8BDC-F039335C2C0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37" name="Freeform 18">
                <a:extLst>
                  <a:ext uri="{FF2B5EF4-FFF2-40B4-BE49-F238E27FC236}">
                    <a16:creationId xmlns:a16="http://schemas.microsoft.com/office/drawing/2014/main" id="{4156CB6F-DF65-4A51-A840-7A4177BDF6E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38" name="Freeform 19">
                <a:extLst>
                  <a:ext uri="{FF2B5EF4-FFF2-40B4-BE49-F238E27FC236}">
                    <a16:creationId xmlns:a16="http://schemas.microsoft.com/office/drawing/2014/main" id="{9252974F-88C0-4CAA-A42D-E94E2B7A6D4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39" name="Freeform 20">
                <a:extLst>
                  <a:ext uri="{FF2B5EF4-FFF2-40B4-BE49-F238E27FC236}">
                    <a16:creationId xmlns:a16="http://schemas.microsoft.com/office/drawing/2014/main" id="{DE3974B2-2875-4AFE-A30A-6EE823E5799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40" name="Rectangle 21">
                <a:extLst>
                  <a:ext uri="{FF2B5EF4-FFF2-40B4-BE49-F238E27FC236}">
                    <a16:creationId xmlns:a16="http://schemas.microsoft.com/office/drawing/2014/main" id="{948A52FE-E1B0-4297-BBBE-C860B4E3D3F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41" name="Freeform 22">
                <a:extLst>
                  <a:ext uri="{FF2B5EF4-FFF2-40B4-BE49-F238E27FC236}">
                    <a16:creationId xmlns:a16="http://schemas.microsoft.com/office/drawing/2014/main" id="{C6E71B5D-6B02-417C-A0CF-4447C55F27E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42" name="Freeform 23">
                <a:extLst>
                  <a:ext uri="{FF2B5EF4-FFF2-40B4-BE49-F238E27FC236}">
                    <a16:creationId xmlns:a16="http://schemas.microsoft.com/office/drawing/2014/main" id="{0FB94710-B373-451B-84A2-947DDB4564E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43" name="Freeform 24">
                <a:extLst>
                  <a:ext uri="{FF2B5EF4-FFF2-40B4-BE49-F238E27FC236}">
                    <a16:creationId xmlns:a16="http://schemas.microsoft.com/office/drawing/2014/main" id="{4E47778B-FD55-4A2C-A53F-E548158C897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44" name="Freeform 25">
                <a:extLst>
                  <a:ext uri="{FF2B5EF4-FFF2-40B4-BE49-F238E27FC236}">
                    <a16:creationId xmlns:a16="http://schemas.microsoft.com/office/drawing/2014/main" id="{DA2A4F49-8FC4-4F12-8707-A6CC117E588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45" name="Freeform 26">
                <a:extLst>
                  <a:ext uri="{FF2B5EF4-FFF2-40B4-BE49-F238E27FC236}">
                    <a16:creationId xmlns:a16="http://schemas.microsoft.com/office/drawing/2014/main" id="{2293D140-51FA-484D-8464-785D8FD3DD6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46" name="Freeform 27">
                <a:extLst>
                  <a:ext uri="{FF2B5EF4-FFF2-40B4-BE49-F238E27FC236}">
                    <a16:creationId xmlns:a16="http://schemas.microsoft.com/office/drawing/2014/main" id="{AA66B21A-3C7F-426E-9C38-C0D6AEF1300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47" name="Freeform 28">
                <a:extLst>
                  <a:ext uri="{FF2B5EF4-FFF2-40B4-BE49-F238E27FC236}">
                    <a16:creationId xmlns:a16="http://schemas.microsoft.com/office/drawing/2014/main" id="{F22F8B0E-04B8-4D29-9E19-CACDAE6ABD0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48" name="Freeform 29">
                <a:extLst>
                  <a:ext uri="{FF2B5EF4-FFF2-40B4-BE49-F238E27FC236}">
                    <a16:creationId xmlns:a16="http://schemas.microsoft.com/office/drawing/2014/main" id="{E0D8C2CC-1759-4605-B3C9-DA4B1EF2509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49" name="Freeform 30">
                <a:extLst>
                  <a:ext uri="{FF2B5EF4-FFF2-40B4-BE49-F238E27FC236}">
                    <a16:creationId xmlns:a16="http://schemas.microsoft.com/office/drawing/2014/main" id="{547A4BC3-AA95-4A78-AC23-65A4CE843B0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50" name="Freeform 31">
                <a:extLst>
                  <a:ext uri="{FF2B5EF4-FFF2-40B4-BE49-F238E27FC236}">
                    <a16:creationId xmlns:a16="http://schemas.microsoft.com/office/drawing/2014/main" id="{93059BC9-C7C3-41F9-8BBA-7BF49FF602B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F335FE01-8192-4D2A-93F8-2F680F728C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4" name="Freeform 32">
                <a:extLst>
                  <a:ext uri="{FF2B5EF4-FFF2-40B4-BE49-F238E27FC236}">
                    <a16:creationId xmlns:a16="http://schemas.microsoft.com/office/drawing/2014/main" id="{A150A82A-9896-4D5B-BAA5-0A7ECD0789A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15" name="Freeform 33">
                <a:extLst>
                  <a:ext uri="{FF2B5EF4-FFF2-40B4-BE49-F238E27FC236}">
                    <a16:creationId xmlns:a16="http://schemas.microsoft.com/office/drawing/2014/main" id="{82641EF7-9CDB-40BE-A964-13F866165C3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16" name="Freeform 34">
                <a:extLst>
                  <a:ext uri="{FF2B5EF4-FFF2-40B4-BE49-F238E27FC236}">
                    <a16:creationId xmlns:a16="http://schemas.microsoft.com/office/drawing/2014/main" id="{A1D1CF16-B5BD-4021-9BA9-637569FC80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17" name="Freeform 35">
                <a:extLst>
                  <a:ext uri="{FF2B5EF4-FFF2-40B4-BE49-F238E27FC236}">
                    <a16:creationId xmlns:a16="http://schemas.microsoft.com/office/drawing/2014/main" id="{FF13F72C-CC27-48A0-AC55-686AB9153E5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18" name="Freeform 36">
                <a:extLst>
                  <a:ext uri="{FF2B5EF4-FFF2-40B4-BE49-F238E27FC236}">
                    <a16:creationId xmlns:a16="http://schemas.microsoft.com/office/drawing/2014/main" id="{0EC3BA8B-33ED-483D-935C-170AD0C4DCF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19" name="Freeform 37">
                <a:extLst>
                  <a:ext uri="{FF2B5EF4-FFF2-40B4-BE49-F238E27FC236}">
                    <a16:creationId xmlns:a16="http://schemas.microsoft.com/office/drawing/2014/main" id="{C4C451E6-48CE-4642-B51D-FE448408724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20" name="Freeform 38">
                <a:extLst>
                  <a:ext uri="{FF2B5EF4-FFF2-40B4-BE49-F238E27FC236}">
                    <a16:creationId xmlns:a16="http://schemas.microsoft.com/office/drawing/2014/main" id="{0F88F098-E44C-4A45-AE2B-595A7B85275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21" name="Freeform 39">
                <a:extLst>
                  <a:ext uri="{FF2B5EF4-FFF2-40B4-BE49-F238E27FC236}">
                    <a16:creationId xmlns:a16="http://schemas.microsoft.com/office/drawing/2014/main" id="{5B782B5D-8B67-4CD5-A0B3-8067BBB3286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22" name="Freeform 40">
                <a:extLst>
                  <a:ext uri="{FF2B5EF4-FFF2-40B4-BE49-F238E27FC236}">
                    <a16:creationId xmlns:a16="http://schemas.microsoft.com/office/drawing/2014/main" id="{897A4906-0942-4CD6-840D-0915E0C4D09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23" name="Rectangle 41">
                <a:extLst>
                  <a:ext uri="{FF2B5EF4-FFF2-40B4-BE49-F238E27FC236}">
                    <a16:creationId xmlns:a16="http://schemas.microsoft.com/office/drawing/2014/main" id="{D1131789-2DD5-462E-9FC9-E25021F5CFB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</p:grpSp>
      </p:grpSp>
      <p:sp useBgFill="1">
        <p:nvSpPr>
          <p:cNvPr id="52" name="Rectangle 51">
            <a:extLst>
              <a:ext uri="{FF2B5EF4-FFF2-40B4-BE49-F238E27FC236}">
                <a16:creationId xmlns:a16="http://schemas.microsoft.com/office/drawing/2014/main" id="{CC892AB0-7D6D-4FC9-9105-0CB4271618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-1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807353E4-FA19-40CB-8AF8-3A8E6704BE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72533" y="0"/>
            <a:ext cx="598488" cy="1981201"/>
            <a:chOff x="194733" y="0"/>
            <a:chExt cx="598488" cy="1981201"/>
          </a:xfrm>
        </p:grpSpPr>
        <p:sp>
          <p:nvSpPr>
            <p:cNvPr id="55" name="Freeform 35">
              <a:extLst>
                <a:ext uri="{FF2B5EF4-FFF2-40B4-BE49-F238E27FC236}">
                  <a16:creationId xmlns:a16="http://schemas.microsoft.com/office/drawing/2014/main" id="{697D009D-8E70-460A-BE57-321BB07641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285221" y="0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56" name="Freeform 36">
              <a:extLst>
                <a:ext uri="{FF2B5EF4-FFF2-40B4-BE49-F238E27FC236}">
                  <a16:creationId xmlns:a16="http://schemas.microsoft.com/office/drawing/2014/main" id="{D0001F35-F282-403E-8D08-0D204D851F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526521" y="1141413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57" name="Freeform 38">
              <a:extLst>
                <a:ext uri="{FF2B5EF4-FFF2-40B4-BE49-F238E27FC236}">
                  <a16:creationId xmlns:a16="http://schemas.microsoft.com/office/drawing/2014/main" id="{3F8A69A2-2D15-40CD-8C14-A18643ABA5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389996" y="1792288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58" name="Freeform 39">
              <a:extLst>
                <a:ext uri="{FF2B5EF4-FFF2-40B4-BE49-F238E27FC236}">
                  <a16:creationId xmlns:a16="http://schemas.microsoft.com/office/drawing/2014/main" id="{B665CA2A-9D55-4786-9343-EB46672627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194733" y="0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59" name="Freeform 40">
              <a:extLst>
                <a:ext uri="{FF2B5EF4-FFF2-40B4-BE49-F238E27FC236}">
                  <a16:creationId xmlns:a16="http://schemas.microsoft.com/office/drawing/2014/main" id="{CEE9BD85-96DF-4CDF-BC0F-C4E46062B3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602721" y="24288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60" name="Rectangle 41">
              <a:extLst>
                <a:ext uri="{FF2B5EF4-FFF2-40B4-BE49-F238E27FC236}">
                  <a16:creationId xmlns:a16="http://schemas.microsoft.com/office/drawing/2014/main" id="{6BB6F5E5-6CA3-4B20-86A7-1174D6E71F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693208" y="0"/>
              <a:ext cx="23813" cy="252413"/>
            </a:xfrm>
            <a:prstGeom prst="rect">
              <a:avLst/>
            </a:pr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0328E69E-CE3D-4110-8BF7-AD3C0C10CB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085512" y="0"/>
            <a:ext cx="650875" cy="1730375"/>
            <a:chOff x="11347978" y="0"/>
            <a:chExt cx="650875" cy="1730375"/>
          </a:xfrm>
        </p:grpSpPr>
        <p:sp>
          <p:nvSpPr>
            <p:cNvPr id="63" name="Freeform 32">
              <a:extLst>
                <a:ext uri="{FF2B5EF4-FFF2-40B4-BE49-F238E27FC236}">
                  <a16:creationId xmlns:a16="http://schemas.microsoft.com/office/drawing/2014/main" id="{30F84C80-9E12-4460-B88F-D03839F0C8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67041" y="0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64" name="Freeform 33">
              <a:extLst>
                <a:ext uri="{FF2B5EF4-FFF2-40B4-BE49-F238E27FC236}">
                  <a16:creationId xmlns:a16="http://schemas.microsoft.com/office/drawing/2014/main" id="{2F84C18C-5783-48FF-9DE0-FDA327CFC4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347978" y="47466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65" name="Freeform 34">
              <a:extLst>
                <a:ext uri="{FF2B5EF4-FFF2-40B4-BE49-F238E27FC236}">
                  <a16:creationId xmlns:a16="http://schemas.microsoft.com/office/drawing/2014/main" id="{08C6A855-346C-4589-9AD4-5E15BCBC7A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14678" y="1539875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66" name="Freeform 37">
              <a:extLst>
                <a:ext uri="{FF2B5EF4-FFF2-40B4-BE49-F238E27FC236}">
                  <a16:creationId xmlns:a16="http://schemas.microsoft.com/office/drawing/2014/main" id="{7E64BEE6-1157-421C-A02A-47639E4D9F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94053" y="4763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F64806C9-3599-45A7-BCFF-F762C54276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440267" y="5118101"/>
            <a:ext cx="650875" cy="1730375"/>
            <a:chOff x="118533" y="5118101"/>
            <a:chExt cx="650875" cy="1730375"/>
          </a:xfrm>
        </p:grpSpPr>
        <p:sp>
          <p:nvSpPr>
            <p:cNvPr id="69" name="Freeform 32">
              <a:extLst>
                <a:ext uri="{FF2B5EF4-FFF2-40B4-BE49-F238E27FC236}">
                  <a16:creationId xmlns:a16="http://schemas.microsoft.com/office/drawing/2014/main" id="{41D6E755-9558-4CAA-8F56-469D231C35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237596" y="6335713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70" name="Freeform 33">
              <a:extLst>
                <a:ext uri="{FF2B5EF4-FFF2-40B4-BE49-F238E27FC236}">
                  <a16:creationId xmlns:a16="http://schemas.microsoft.com/office/drawing/2014/main" id="{8FCD41C4-606C-446C-8C81-6353C64424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118533" y="622141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71" name="Freeform 34">
              <a:extLst>
                <a:ext uri="{FF2B5EF4-FFF2-40B4-BE49-F238E27FC236}">
                  <a16:creationId xmlns:a16="http://schemas.microsoft.com/office/drawing/2014/main" id="{274CFBE4-CEA6-4C81-BB1E-83E1896771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385233" y="5118101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72" name="Freeform 37">
              <a:extLst>
                <a:ext uri="{FF2B5EF4-FFF2-40B4-BE49-F238E27FC236}">
                  <a16:creationId xmlns:a16="http://schemas.microsoft.com/office/drawing/2014/main" id="{24813D3D-7B30-42F2-9065-1B40F140C7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464608" y="5299075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1287AC97-A8E8-4B45-A50A-3057A88B40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1229445" y="4867275"/>
            <a:ext cx="598488" cy="1981201"/>
            <a:chOff x="11424178" y="4867275"/>
            <a:chExt cx="598488" cy="1981201"/>
          </a:xfrm>
        </p:grpSpPr>
        <p:sp>
          <p:nvSpPr>
            <p:cNvPr id="75" name="Freeform 35">
              <a:extLst>
                <a:ext uri="{FF2B5EF4-FFF2-40B4-BE49-F238E27FC236}">
                  <a16:creationId xmlns:a16="http://schemas.microsoft.com/office/drawing/2014/main" id="{57D70AA8-D36C-4DF9-B7D7-4E2C9BEFD9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14666" y="569436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76" name="Freeform 36">
              <a:extLst>
                <a:ext uri="{FF2B5EF4-FFF2-40B4-BE49-F238E27FC236}">
                  <a16:creationId xmlns:a16="http://schemas.microsoft.com/office/drawing/2014/main" id="{74D88556-8C5B-41AF-9FA0-92D2734708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55966" y="5551488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77" name="Freeform 38">
              <a:extLst>
                <a:ext uri="{FF2B5EF4-FFF2-40B4-BE49-F238E27FC236}">
                  <a16:creationId xmlns:a16="http://schemas.microsoft.com/office/drawing/2014/main" id="{17E00558-8912-48C6-8202-D8A2D854B7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19441" y="4867275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78" name="Freeform 39">
              <a:extLst>
                <a:ext uri="{FF2B5EF4-FFF2-40B4-BE49-F238E27FC236}">
                  <a16:creationId xmlns:a16="http://schemas.microsoft.com/office/drawing/2014/main" id="{7E4C092A-90EF-4870-97FC-C2D97FD2CE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24178" y="5046663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79" name="Freeform 40">
              <a:extLst>
                <a:ext uri="{FF2B5EF4-FFF2-40B4-BE49-F238E27FC236}">
                  <a16:creationId xmlns:a16="http://schemas.microsoft.com/office/drawing/2014/main" id="{0C8C091A-4902-4B98-BB6B-AF6FA1174B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832166" y="64166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80" name="Rectangle 41">
              <a:extLst>
                <a:ext uri="{FF2B5EF4-FFF2-40B4-BE49-F238E27FC236}">
                  <a16:creationId xmlns:a16="http://schemas.microsoft.com/office/drawing/2014/main" id="{50C57AA3-5B6E-4C49-9AE3-D130A25404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922653" y="6596063"/>
              <a:ext cx="23813" cy="252413"/>
            </a:xfrm>
            <a:prstGeom prst="rect">
              <a:avLst/>
            </a:pr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</p:grpSp>
      <p:sp>
        <p:nvSpPr>
          <p:cNvPr id="82" name="Rectangle 81">
            <a:extLst>
              <a:ext uri="{FF2B5EF4-FFF2-40B4-BE49-F238E27FC236}">
                <a16:creationId xmlns:a16="http://schemas.microsoft.com/office/drawing/2014/main" id="{6D29BE04-4454-4832-B83F-10D001BFF9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5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4" name="Round Diagonal Corner Rectangle 7">
            <a:extLst>
              <a:ext uri="{FF2B5EF4-FFF2-40B4-BE49-F238E27FC236}">
                <a16:creationId xmlns:a16="http://schemas.microsoft.com/office/drawing/2014/main" id="{98714CE9-3C2C-48E1-8B8F-CFB7735C43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2867" y="766234"/>
            <a:ext cx="10346266" cy="5325532"/>
          </a:xfrm>
          <a:prstGeom prst="round2DiagRect">
            <a:avLst>
              <a:gd name="adj1" fmla="val 4147"/>
              <a:gd name="adj2" fmla="val 0"/>
            </a:avLst>
          </a:prstGeom>
          <a:solidFill>
            <a:schemeClr val="bg2">
              <a:lumMod val="50000"/>
              <a:alpha val="80000"/>
            </a:schemeClr>
          </a:solidFill>
          <a:ln w="19050" cap="sq">
            <a:solidFill>
              <a:srgbClr val="FFFFFF">
                <a:alpha val="60000"/>
              </a:srgb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" name="Picture 50" descr="A diagram of a process&#10;&#10;AI-generated content may be incorrect.">
            <a:extLst>
              <a:ext uri="{FF2B5EF4-FFF2-40B4-BE49-F238E27FC236}">
                <a16:creationId xmlns:a16="http://schemas.microsoft.com/office/drawing/2014/main" id="{07183E7D-661B-8245-4B8C-EF96176DB36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670" t="-93" r="21577" b="42107"/>
          <a:stretch>
            <a:fillRect/>
          </a:stretch>
        </p:blipFill>
        <p:spPr>
          <a:xfrm>
            <a:off x="987425" y="900906"/>
            <a:ext cx="4703387" cy="5034756"/>
          </a:xfrm>
          <a:prstGeom prst="rect">
            <a:avLst/>
          </a:prstGeom>
        </p:spPr>
      </p:pic>
      <p:pic>
        <p:nvPicPr>
          <p:cNvPr id="73" name="Picture 72" descr="A diagram of a process&#10;&#10;AI-generated content may be incorrect.">
            <a:extLst>
              <a:ext uri="{FF2B5EF4-FFF2-40B4-BE49-F238E27FC236}">
                <a16:creationId xmlns:a16="http://schemas.microsoft.com/office/drawing/2014/main" id="{B5B9232D-7AD2-95A5-E228-6B3C1DD73C7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925" t="57914" r="32796"/>
          <a:stretch>
            <a:fillRect/>
          </a:stretch>
        </p:blipFill>
        <p:spPr>
          <a:xfrm>
            <a:off x="5981315" y="930433"/>
            <a:ext cx="5146000" cy="4997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83666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Picture 2">
            <a:extLst>
              <a:ext uri="{FF2B5EF4-FFF2-40B4-BE49-F238E27FC236}">
                <a16:creationId xmlns:a16="http://schemas.microsoft.com/office/drawing/2014/main" id="{59FACE42-44B0-4185-8ED4-9043A78C86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a14="http://schemas.microsoft.com/office/drawing/2010/main" xmlns:p14="http://schemas.microsoft.com/office/powerpoint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5" name="Group 104">
            <a:extLst>
              <a:ext uri="{FF2B5EF4-FFF2-40B4-BE49-F238E27FC236}">
                <a16:creationId xmlns:a16="http://schemas.microsoft.com/office/drawing/2014/main" id="{A838DBA2-246D-4087-AE0A-6EA2B4B65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106" name="Group 105">
              <a:extLst>
                <a:ext uri="{FF2B5EF4-FFF2-40B4-BE49-F238E27FC236}">
                  <a16:creationId xmlns:a16="http://schemas.microsoft.com/office/drawing/2014/main" id="{B4406F95-9579-494D-BE1E-A012A7F4CB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8" name="Rectangle 5">
                <a:extLst>
                  <a:ext uri="{FF2B5EF4-FFF2-40B4-BE49-F238E27FC236}">
                    <a16:creationId xmlns:a16="http://schemas.microsoft.com/office/drawing/2014/main" id="{4C8D671A-5C73-44CA-B6D0-7F3BC195BA6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119" name="Freeform 6">
                <a:extLst>
                  <a:ext uri="{FF2B5EF4-FFF2-40B4-BE49-F238E27FC236}">
                    <a16:creationId xmlns:a16="http://schemas.microsoft.com/office/drawing/2014/main" id="{F0DB3AC8-B5AD-4004-B0B9-74B58BECA0C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120" name="Freeform 7">
                <a:extLst>
                  <a:ext uri="{FF2B5EF4-FFF2-40B4-BE49-F238E27FC236}">
                    <a16:creationId xmlns:a16="http://schemas.microsoft.com/office/drawing/2014/main" id="{F3B2C8F3-E236-45B2-B2E1-8460F8FD6DD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121" name="Freeform 8">
                <a:extLst>
                  <a:ext uri="{FF2B5EF4-FFF2-40B4-BE49-F238E27FC236}">
                    <a16:creationId xmlns:a16="http://schemas.microsoft.com/office/drawing/2014/main" id="{761EE3AC-0BC2-4A29-AD58-5CB0EEFF96C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122" name="Freeform 9">
                <a:extLst>
                  <a:ext uri="{FF2B5EF4-FFF2-40B4-BE49-F238E27FC236}">
                    <a16:creationId xmlns:a16="http://schemas.microsoft.com/office/drawing/2014/main" id="{38DC43BE-83DD-43F3-A21F-9B58B1074FF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123" name="Freeform 10">
                <a:extLst>
                  <a:ext uri="{FF2B5EF4-FFF2-40B4-BE49-F238E27FC236}">
                    <a16:creationId xmlns:a16="http://schemas.microsoft.com/office/drawing/2014/main" id="{112583CE-53E8-48F6-9F71-25A32BFD619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124" name="Freeform 11">
                <a:extLst>
                  <a:ext uri="{FF2B5EF4-FFF2-40B4-BE49-F238E27FC236}">
                    <a16:creationId xmlns:a16="http://schemas.microsoft.com/office/drawing/2014/main" id="{229A7966-2C4F-4334-8FB7-08521F984D9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125" name="Freeform 12">
                <a:extLst>
                  <a:ext uri="{FF2B5EF4-FFF2-40B4-BE49-F238E27FC236}">
                    <a16:creationId xmlns:a16="http://schemas.microsoft.com/office/drawing/2014/main" id="{656FCF6A-DF5B-42AA-83C4-22CD7B9947D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126" name="Freeform 13">
                <a:extLst>
                  <a:ext uri="{FF2B5EF4-FFF2-40B4-BE49-F238E27FC236}">
                    <a16:creationId xmlns:a16="http://schemas.microsoft.com/office/drawing/2014/main" id="{E908B3EE-F31D-4E8D-BF3C-71F5B35F02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127" name="Freeform 14">
                <a:extLst>
                  <a:ext uri="{FF2B5EF4-FFF2-40B4-BE49-F238E27FC236}">
                    <a16:creationId xmlns:a16="http://schemas.microsoft.com/office/drawing/2014/main" id="{DA9F96D7-B42C-4F80-8F26-72388FE0C2E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128" name="Freeform 15">
                <a:extLst>
                  <a:ext uri="{FF2B5EF4-FFF2-40B4-BE49-F238E27FC236}">
                    <a16:creationId xmlns:a16="http://schemas.microsoft.com/office/drawing/2014/main" id="{5C9D5861-5A45-408A-A25E-61ED661AD75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129" name="Line 16">
                <a:extLst>
                  <a:ext uri="{FF2B5EF4-FFF2-40B4-BE49-F238E27FC236}">
                    <a16:creationId xmlns:a16="http://schemas.microsoft.com/office/drawing/2014/main" id="{DEEF5DD7-13B2-4CBB-A1AE-193A618B0F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130" name="Freeform 17">
                <a:extLst>
                  <a:ext uri="{FF2B5EF4-FFF2-40B4-BE49-F238E27FC236}">
                    <a16:creationId xmlns:a16="http://schemas.microsoft.com/office/drawing/2014/main" id="{3D896DDA-5AD2-4360-9E65-A792131051C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131" name="Freeform 18">
                <a:extLst>
                  <a:ext uri="{FF2B5EF4-FFF2-40B4-BE49-F238E27FC236}">
                    <a16:creationId xmlns:a16="http://schemas.microsoft.com/office/drawing/2014/main" id="{C088F3B1-D893-4078-8EAE-6A3776F6754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132" name="Freeform 19">
                <a:extLst>
                  <a:ext uri="{FF2B5EF4-FFF2-40B4-BE49-F238E27FC236}">
                    <a16:creationId xmlns:a16="http://schemas.microsoft.com/office/drawing/2014/main" id="{23CCB367-42E1-4DEF-BABD-7457EB9F28C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133" name="Freeform 20">
                <a:extLst>
                  <a:ext uri="{FF2B5EF4-FFF2-40B4-BE49-F238E27FC236}">
                    <a16:creationId xmlns:a16="http://schemas.microsoft.com/office/drawing/2014/main" id="{BAFD46CE-CD21-4C8E-8ACE-B1A0B74A904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134" name="Rectangle 21">
                <a:extLst>
                  <a:ext uri="{FF2B5EF4-FFF2-40B4-BE49-F238E27FC236}">
                    <a16:creationId xmlns:a16="http://schemas.microsoft.com/office/drawing/2014/main" id="{23980A26-1FFF-4434-A77C-C5A1C96A54B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135" name="Freeform 22">
                <a:extLst>
                  <a:ext uri="{FF2B5EF4-FFF2-40B4-BE49-F238E27FC236}">
                    <a16:creationId xmlns:a16="http://schemas.microsoft.com/office/drawing/2014/main" id="{AE64C1E5-E917-4222-8080-3EF831FB464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136" name="Freeform 23">
                <a:extLst>
                  <a:ext uri="{FF2B5EF4-FFF2-40B4-BE49-F238E27FC236}">
                    <a16:creationId xmlns:a16="http://schemas.microsoft.com/office/drawing/2014/main" id="{D4D42DE6-99E5-4D28-834E-6601A7DD93A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137" name="Freeform 24">
                <a:extLst>
                  <a:ext uri="{FF2B5EF4-FFF2-40B4-BE49-F238E27FC236}">
                    <a16:creationId xmlns:a16="http://schemas.microsoft.com/office/drawing/2014/main" id="{194304B3-4C44-49E0-A677-19E2DA8CC9E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138" name="Freeform 25">
                <a:extLst>
                  <a:ext uri="{FF2B5EF4-FFF2-40B4-BE49-F238E27FC236}">
                    <a16:creationId xmlns:a16="http://schemas.microsoft.com/office/drawing/2014/main" id="{C726387F-F77D-4FB6-A177-1DC6115E849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139" name="Freeform 26">
                <a:extLst>
                  <a:ext uri="{FF2B5EF4-FFF2-40B4-BE49-F238E27FC236}">
                    <a16:creationId xmlns:a16="http://schemas.microsoft.com/office/drawing/2014/main" id="{2F09766D-0653-4646-BA37-8FC23294BA7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140" name="Freeform 27">
                <a:extLst>
                  <a:ext uri="{FF2B5EF4-FFF2-40B4-BE49-F238E27FC236}">
                    <a16:creationId xmlns:a16="http://schemas.microsoft.com/office/drawing/2014/main" id="{F50D9867-C9E0-462B-894F-B2F97E26AC1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141" name="Freeform 28">
                <a:extLst>
                  <a:ext uri="{FF2B5EF4-FFF2-40B4-BE49-F238E27FC236}">
                    <a16:creationId xmlns:a16="http://schemas.microsoft.com/office/drawing/2014/main" id="{44179987-9B3B-4BC1-9BDA-EC9F30A3794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142" name="Freeform 29">
                <a:extLst>
                  <a:ext uri="{FF2B5EF4-FFF2-40B4-BE49-F238E27FC236}">
                    <a16:creationId xmlns:a16="http://schemas.microsoft.com/office/drawing/2014/main" id="{EF0E5480-8C2D-4FFE-9357-938DF0642BB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143" name="Freeform 30">
                <a:extLst>
                  <a:ext uri="{FF2B5EF4-FFF2-40B4-BE49-F238E27FC236}">
                    <a16:creationId xmlns:a16="http://schemas.microsoft.com/office/drawing/2014/main" id="{FDAC2F76-95E6-4EE4-8A26-47CDAE5C62A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144" name="Freeform 31">
                <a:extLst>
                  <a:ext uri="{FF2B5EF4-FFF2-40B4-BE49-F238E27FC236}">
                    <a16:creationId xmlns:a16="http://schemas.microsoft.com/office/drawing/2014/main" id="{249EB4AA-5D5B-4A3A-9F2D-6E4EDF2046C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</p:grpSp>
        <p:grpSp>
          <p:nvGrpSpPr>
            <p:cNvPr id="107" name="Group 106">
              <a:extLst>
                <a:ext uri="{FF2B5EF4-FFF2-40B4-BE49-F238E27FC236}">
                  <a16:creationId xmlns:a16="http://schemas.microsoft.com/office/drawing/2014/main" id="{375D3DC5-0B19-4EA9-A350-6218AC28CD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08" name="Freeform 32">
                <a:extLst>
                  <a:ext uri="{FF2B5EF4-FFF2-40B4-BE49-F238E27FC236}">
                    <a16:creationId xmlns:a16="http://schemas.microsoft.com/office/drawing/2014/main" id="{86B5A458-9418-4EDA-9B6F-E4754ABADFA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109" name="Freeform 33">
                <a:extLst>
                  <a:ext uri="{FF2B5EF4-FFF2-40B4-BE49-F238E27FC236}">
                    <a16:creationId xmlns:a16="http://schemas.microsoft.com/office/drawing/2014/main" id="{6307D20D-BE6F-4BFD-8A35-230A01AD726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110" name="Freeform 34">
                <a:extLst>
                  <a:ext uri="{FF2B5EF4-FFF2-40B4-BE49-F238E27FC236}">
                    <a16:creationId xmlns:a16="http://schemas.microsoft.com/office/drawing/2014/main" id="{37A04039-8217-4B7F-8F43-4039DF087D8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111" name="Freeform 35">
                <a:extLst>
                  <a:ext uri="{FF2B5EF4-FFF2-40B4-BE49-F238E27FC236}">
                    <a16:creationId xmlns:a16="http://schemas.microsoft.com/office/drawing/2014/main" id="{CA6CE641-5DEB-4A06-B9C3-B726A334C21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112" name="Freeform 36">
                <a:extLst>
                  <a:ext uri="{FF2B5EF4-FFF2-40B4-BE49-F238E27FC236}">
                    <a16:creationId xmlns:a16="http://schemas.microsoft.com/office/drawing/2014/main" id="{D08C7C1C-DF39-4479-94BD-47E71DE4221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113" name="Freeform 37">
                <a:extLst>
                  <a:ext uri="{FF2B5EF4-FFF2-40B4-BE49-F238E27FC236}">
                    <a16:creationId xmlns:a16="http://schemas.microsoft.com/office/drawing/2014/main" id="{27C5EAA7-E449-48C0-9B14-E677E6ECF89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114" name="Freeform 38">
                <a:extLst>
                  <a:ext uri="{FF2B5EF4-FFF2-40B4-BE49-F238E27FC236}">
                    <a16:creationId xmlns:a16="http://schemas.microsoft.com/office/drawing/2014/main" id="{AA6A8A39-39D4-41FE-9974-CB46106A73D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115" name="Freeform 39">
                <a:extLst>
                  <a:ext uri="{FF2B5EF4-FFF2-40B4-BE49-F238E27FC236}">
                    <a16:creationId xmlns:a16="http://schemas.microsoft.com/office/drawing/2014/main" id="{433C6D82-AE91-4A0C-97C6-34399C90847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116" name="Freeform 40">
                <a:extLst>
                  <a:ext uri="{FF2B5EF4-FFF2-40B4-BE49-F238E27FC236}">
                    <a16:creationId xmlns:a16="http://schemas.microsoft.com/office/drawing/2014/main" id="{D4C06E36-D233-423A-BC95-5B4D5BE35CB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117" name="Rectangle 41">
                <a:extLst>
                  <a:ext uri="{FF2B5EF4-FFF2-40B4-BE49-F238E27FC236}">
                    <a16:creationId xmlns:a16="http://schemas.microsoft.com/office/drawing/2014/main" id="{E1B0EEC1-CF7A-4761-B477-941DB41A83D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</p:grpSp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9AE4726C-1831-4FE3-9A11-227F0DC2F0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12192003" cy="6858001"/>
            <a:chOff x="0" y="-1"/>
            <a:chExt cx="12192003" cy="6858001"/>
          </a:xfrm>
        </p:grpSpPr>
        <p:sp useBgFill="1">
          <p:nvSpPr>
            <p:cNvPr id="147" name="Rectangle 146">
              <a:extLst>
                <a:ext uri="{FF2B5EF4-FFF2-40B4-BE49-F238E27FC236}">
                  <a16:creationId xmlns:a16="http://schemas.microsoft.com/office/drawing/2014/main" id="{B651D7F7-8C54-448E-A268-1CBFAD87D4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48" name="Picture 2">
              <a:extLst>
                <a:ext uri="{FF2B5EF4-FFF2-40B4-BE49-F238E27FC236}">
                  <a16:creationId xmlns:a16="http://schemas.microsoft.com/office/drawing/2014/main" id="{E3B56E94-40E1-489A-98B2-A3238D66A0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4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="" xmlns:a16="http://schemas.microsoft.com/office/drawing/2014/main" xmlns:a14="http://schemas.microsoft.com/office/drawing/2010/main" xmlns:p14="http://schemas.microsoft.com/office/powerpoint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9A18793-5E84-8985-6DD2-F3F1A4F107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96697" y="618518"/>
            <a:ext cx="6050713" cy="14785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Key Findings and Insights</a:t>
            </a:r>
          </a:p>
        </p:txBody>
      </p:sp>
      <p:pic>
        <p:nvPicPr>
          <p:cNvPr id="5" name="Content Placeholder 4" descr="Searching files and documents concept on digital screen">
            <a:extLst>
              <a:ext uri="{FF2B5EF4-FFF2-40B4-BE49-F238E27FC236}">
                <a16:creationId xmlns:a16="http://schemas.microsoft.com/office/drawing/2014/main" id="{69D9CAB8-4BB9-4C5E-ADD4-6F17476280A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5"/>
          <a:srcRect l="26938" r="22367"/>
          <a:stretch>
            <a:fillRect/>
          </a:stretch>
        </p:blipFill>
        <p:spPr>
          <a:xfrm>
            <a:off x="-5597" y="10"/>
            <a:ext cx="4635583" cy="6857990"/>
          </a:xfrm>
          <a:prstGeom prst="rect">
            <a:avLst/>
          </a:prstGeom>
        </p:spPr>
      </p:pic>
      <p:grpSp>
        <p:nvGrpSpPr>
          <p:cNvPr id="150" name="Group 149">
            <a:extLst>
              <a:ext uri="{FF2B5EF4-FFF2-40B4-BE49-F238E27FC236}">
                <a16:creationId xmlns:a16="http://schemas.microsoft.com/office/drawing/2014/main" id="{E916825F-759B-4F1A-BA80-AF7137691E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solidFill>
            <a:schemeClr val="tx1">
              <a:alpha val="70000"/>
            </a:schemeClr>
          </a:solidFill>
          <a:effectLst/>
        </p:grpSpPr>
        <p:sp>
          <p:nvSpPr>
            <p:cNvPr id="151" name="Rectangle 150">
              <a:extLst>
                <a:ext uri="{FF2B5EF4-FFF2-40B4-BE49-F238E27FC236}">
                  <a16:creationId xmlns:a16="http://schemas.microsoft.com/office/drawing/2014/main" id="{0AF64541-DE3B-4DBB-84E1-907956469E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52" name="Freeform 6">
              <a:extLst>
                <a:ext uri="{FF2B5EF4-FFF2-40B4-BE49-F238E27FC236}">
                  <a16:creationId xmlns:a16="http://schemas.microsoft.com/office/drawing/2014/main" id="{9175DCC0-514A-4CA1-AD9A-1BB0FFF1B4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53" name="Freeform 7">
              <a:extLst>
                <a:ext uri="{FF2B5EF4-FFF2-40B4-BE49-F238E27FC236}">
                  <a16:creationId xmlns:a16="http://schemas.microsoft.com/office/drawing/2014/main" id="{10371924-94D9-48AF-9D5B-6471775BE8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54" name="Rectangle 153">
              <a:extLst>
                <a:ext uri="{FF2B5EF4-FFF2-40B4-BE49-F238E27FC236}">
                  <a16:creationId xmlns:a16="http://schemas.microsoft.com/office/drawing/2014/main" id="{7C964FF9-A41A-438C-A22B-62690C98F1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55" name="Freeform 9">
              <a:extLst>
                <a:ext uri="{FF2B5EF4-FFF2-40B4-BE49-F238E27FC236}">
                  <a16:creationId xmlns:a16="http://schemas.microsoft.com/office/drawing/2014/main" id="{61716CD6-1875-4567-B3E2-364CD0960D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56" name="Freeform 10">
              <a:extLst>
                <a:ext uri="{FF2B5EF4-FFF2-40B4-BE49-F238E27FC236}">
                  <a16:creationId xmlns:a16="http://schemas.microsoft.com/office/drawing/2014/main" id="{31A293D3-7189-453D-AB91-1291AAFF3D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57" name="Freeform 11">
              <a:extLst>
                <a:ext uri="{FF2B5EF4-FFF2-40B4-BE49-F238E27FC236}">
                  <a16:creationId xmlns:a16="http://schemas.microsoft.com/office/drawing/2014/main" id="{87CB4EFE-58B3-4326-9CFB-A2AFADDFA5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58" name="Freeform 12">
              <a:extLst>
                <a:ext uri="{FF2B5EF4-FFF2-40B4-BE49-F238E27FC236}">
                  <a16:creationId xmlns:a16="http://schemas.microsoft.com/office/drawing/2014/main" id="{249CF4D3-B5A3-4287-BC9D-E9BB8FA6E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59" name="Freeform 13">
              <a:extLst>
                <a:ext uri="{FF2B5EF4-FFF2-40B4-BE49-F238E27FC236}">
                  <a16:creationId xmlns:a16="http://schemas.microsoft.com/office/drawing/2014/main" id="{4D2515F2-4D11-41AF-A6B1-7D084BEA98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60" name="Freeform 14">
              <a:extLst>
                <a:ext uri="{FF2B5EF4-FFF2-40B4-BE49-F238E27FC236}">
                  <a16:creationId xmlns:a16="http://schemas.microsoft.com/office/drawing/2014/main" id="{331BCBF4-0DC2-426E-84B3-AE38E403C9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61" name="Freeform 15">
              <a:extLst>
                <a:ext uri="{FF2B5EF4-FFF2-40B4-BE49-F238E27FC236}">
                  <a16:creationId xmlns:a16="http://schemas.microsoft.com/office/drawing/2014/main" id="{EC8AF156-0BE9-437D-A83B-87364146D0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62" name="Freeform 16">
              <a:extLst>
                <a:ext uri="{FF2B5EF4-FFF2-40B4-BE49-F238E27FC236}">
                  <a16:creationId xmlns:a16="http://schemas.microsoft.com/office/drawing/2014/main" id="{AC8CB256-3F62-4406-88F5-CE2421FF25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63" name="Freeform 17">
              <a:extLst>
                <a:ext uri="{FF2B5EF4-FFF2-40B4-BE49-F238E27FC236}">
                  <a16:creationId xmlns:a16="http://schemas.microsoft.com/office/drawing/2014/main" id="{F3E812EB-415E-4B60-B0FB-65386882CE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64" name="Freeform 18">
              <a:extLst>
                <a:ext uri="{FF2B5EF4-FFF2-40B4-BE49-F238E27FC236}">
                  <a16:creationId xmlns:a16="http://schemas.microsoft.com/office/drawing/2014/main" id="{EB4C95D7-8E6D-45EC-8CA1-9123D718E3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65" name="Freeform 19">
              <a:extLst>
                <a:ext uri="{FF2B5EF4-FFF2-40B4-BE49-F238E27FC236}">
                  <a16:creationId xmlns:a16="http://schemas.microsoft.com/office/drawing/2014/main" id="{83F62FD2-2F62-4495-997C-8BD7F95AB8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66" name="Freeform 20">
              <a:extLst>
                <a:ext uri="{FF2B5EF4-FFF2-40B4-BE49-F238E27FC236}">
                  <a16:creationId xmlns:a16="http://schemas.microsoft.com/office/drawing/2014/main" id="{B7DFE0F9-22A3-4846-8D4E-0D193BD328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67" name="Freeform 21">
              <a:extLst>
                <a:ext uri="{FF2B5EF4-FFF2-40B4-BE49-F238E27FC236}">
                  <a16:creationId xmlns:a16="http://schemas.microsoft.com/office/drawing/2014/main" id="{244DAF25-7415-491A-9FF6-E04BC2DC2E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68" name="Freeform 22">
              <a:extLst>
                <a:ext uri="{FF2B5EF4-FFF2-40B4-BE49-F238E27FC236}">
                  <a16:creationId xmlns:a16="http://schemas.microsoft.com/office/drawing/2014/main" id="{7ACA3646-863C-4D00-A58A-62C7FE71CE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69" name="Freeform 23">
              <a:extLst>
                <a:ext uri="{FF2B5EF4-FFF2-40B4-BE49-F238E27FC236}">
                  <a16:creationId xmlns:a16="http://schemas.microsoft.com/office/drawing/2014/main" id="{0EA18B38-BD42-45ED-8458-FB205DBC76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70" name="Freeform 24">
              <a:extLst>
                <a:ext uri="{FF2B5EF4-FFF2-40B4-BE49-F238E27FC236}">
                  <a16:creationId xmlns:a16="http://schemas.microsoft.com/office/drawing/2014/main" id="{45302917-5DBE-4CF2-B52F-478F93FDDE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71" name="Freeform 25">
              <a:extLst>
                <a:ext uri="{FF2B5EF4-FFF2-40B4-BE49-F238E27FC236}">
                  <a16:creationId xmlns:a16="http://schemas.microsoft.com/office/drawing/2014/main" id="{8E61E6FD-D40E-479C-ABE9-2B69AE20D8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72" name="Freeform 26">
              <a:extLst>
                <a:ext uri="{FF2B5EF4-FFF2-40B4-BE49-F238E27FC236}">
                  <a16:creationId xmlns:a16="http://schemas.microsoft.com/office/drawing/2014/main" id="{2F4DEB4F-F824-48D7-AF9B-B5D905DCD1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73" name="Freeform 27">
              <a:extLst>
                <a:ext uri="{FF2B5EF4-FFF2-40B4-BE49-F238E27FC236}">
                  <a16:creationId xmlns:a16="http://schemas.microsoft.com/office/drawing/2014/main" id="{F76CFA02-6090-4464-B573-BCA350C901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74" name="Freeform 28">
              <a:extLst>
                <a:ext uri="{FF2B5EF4-FFF2-40B4-BE49-F238E27FC236}">
                  <a16:creationId xmlns:a16="http://schemas.microsoft.com/office/drawing/2014/main" id="{51BE8BEC-76C7-41FE-AB76-35194C2442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75" name="Freeform 29">
              <a:extLst>
                <a:ext uri="{FF2B5EF4-FFF2-40B4-BE49-F238E27FC236}">
                  <a16:creationId xmlns:a16="http://schemas.microsoft.com/office/drawing/2014/main" id="{710F61D4-3B34-45A9-B9B7-CE0373AB49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76" name="Freeform 30">
              <a:extLst>
                <a:ext uri="{FF2B5EF4-FFF2-40B4-BE49-F238E27FC236}">
                  <a16:creationId xmlns:a16="http://schemas.microsoft.com/office/drawing/2014/main" id="{451F080F-4CFB-4626-87CA-BB4CACA1C6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77" name="Freeform 31">
              <a:extLst>
                <a:ext uri="{FF2B5EF4-FFF2-40B4-BE49-F238E27FC236}">
                  <a16:creationId xmlns:a16="http://schemas.microsoft.com/office/drawing/2014/main" id="{667BBD71-2295-4A66-B76C-F82175C2B0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78" name="Freeform 32">
              <a:extLst>
                <a:ext uri="{FF2B5EF4-FFF2-40B4-BE49-F238E27FC236}">
                  <a16:creationId xmlns:a16="http://schemas.microsoft.com/office/drawing/2014/main" id="{B6644DE8-5BD1-4D5F-B245-0D3A21BCE1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79" name="Rectangle 178">
              <a:extLst>
                <a:ext uri="{FF2B5EF4-FFF2-40B4-BE49-F238E27FC236}">
                  <a16:creationId xmlns:a16="http://schemas.microsoft.com/office/drawing/2014/main" id="{A4DE8FD0-E681-4D9C-85C2-BEA4C2B3A0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80" name="Freeform 34">
              <a:extLst>
                <a:ext uri="{FF2B5EF4-FFF2-40B4-BE49-F238E27FC236}">
                  <a16:creationId xmlns:a16="http://schemas.microsoft.com/office/drawing/2014/main" id="{D46033BD-1026-4388-B926-9D11E1D7C4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81" name="Freeform 35">
              <a:extLst>
                <a:ext uri="{FF2B5EF4-FFF2-40B4-BE49-F238E27FC236}">
                  <a16:creationId xmlns:a16="http://schemas.microsoft.com/office/drawing/2014/main" id="{1FA74D4C-2E28-42C5-A7FA-3C7D6BD8B7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82" name="Freeform 36">
              <a:extLst>
                <a:ext uri="{FF2B5EF4-FFF2-40B4-BE49-F238E27FC236}">
                  <a16:creationId xmlns:a16="http://schemas.microsoft.com/office/drawing/2014/main" id="{FADF7B3F-903C-456C-983E-C9868DDAB9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83" name="Freeform 37">
              <a:extLst>
                <a:ext uri="{FF2B5EF4-FFF2-40B4-BE49-F238E27FC236}">
                  <a16:creationId xmlns:a16="http://schemas.microsoft.com/office/drawing/2014/main" id="{033F8698-1549-44AD-8DAD-0055D7B807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84" name="Freeform 38">
              <a:extLst>
                <a:ext uri="{FF2B5EF4-FFF2-40B4-BE49-F238E27FC236}">
                  <a16:creationId xmlns:a16="http://schemas.microsoft.com/office/drawing/2014/main" id="{F1BDD4B6-46FD-4048-ADF1-32EADD9E5A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85" name="Freeform 39">
              <a:extLst>
                <a:ext uri="{FF2B5EF4-FFF2-40B4-BE49-F238E27FC236}">
                  <a16:creationId xmlns:a16="http://schemas.microsoft.com/office/drawing/2014/main" id="{E7F387A7-B3BF-4B1A-BFCA-2D21AD3DFE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86" name="Freeform 40">
              <a:extLst>
                <a:ext uri="{FF2B5EF4-FFF2-40B4-BE49-F238E27FC236}">
                  <a16:creationId xmlns:a16="http://schemas.microsoft.com/office/drawing/2014/main" id="{7A1B6BC8-EA82-459D-A0E0-4EBE394E71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87" name="Freeform 41">
              <a:extLst>
                <a:ext uri="{FF2B5EF4-FFF2-40B4-BE49-F238E27FC236}">
                  <a16:creationId xmlns:a16="http://schemas.microsoft.com/office/drawing/2014/main" id="{8B94E190-DDC2-4545-906F-A1699BD73D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88" name="Freeform 42">
              <a:extLst>
                <a:ext uri="{FF2B5EF4-FFF2-40B4-BE49-F238E27FC236}">
                  <a16:creationId xmlns:a16="http://schemas.microsoft.com/office/drawing/2014/main" id="{D9807239-A5BA-4BB3-9194-BCE3B2F21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89" name="Freeform 43">
              <a:extLst>
                <a:ext uri="{FF2B5EF4-FFF2-40B4-BE49-F238E27FC236}">
                  <a16:creationId xmlns:a16="http://schemas.microsoft.com/office/drawing/2014/main" id="{04D300FD-DC53-4375-8981-09EA63BCF1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90" name="Freeform 44">
              <a:extLst>
                <a:ext uri="{FF2B5EF4-FFF2-40B4-BE49-F238E27FC236}">
                  <a16:creationId xmlns:a16="http://schemas.microsoft.com/office/drawing/2014/main" id="{1DF83FFD-4C16-41FD-928F-6E88AFC451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91" name="Rectangle 190">
              <a:extLst>
                <a:ext uri="{FF2B5EF4-FFF2-40B4-BE49-F238E27FC236}">
                  <a16:creationId xmlns:a16="http://schemas.microsoft.com/office/drawing/2014/main" id="{A5B4BC2F-B667-462B-99D8-0C433124AB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92" name="Freeform 46">
              <a:extLst>
                <a:ext uri="{FF2B5EF4-FFF2-40B4-BE49-F238E27FC236}">
                  <a16:creationId xmlns:a16="http://schemas.microsoft.com/office/drawing/2014/main" id="{0CBD9EFB-AC61-4674-B75A-56449003CC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93" name="Freeform 47">
              <a:extLst>
                <a:ext uri="{FF2B5EF4-FFF2-40B4-BE49-F238E27FC236}">
                  <a16:creationId xmlns:a16="http://schemas.microsoft.com/office/drawing/2014/main" id="{1AD4BBB0-F6A7-451F-BE09-DF619F38EB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94" name="Freeform 48">
              <a:extLst>
                <a:ext uri="{FF2B5EF4-FFF2-40B4-BE49-F238E27FC236}">
                  <a16:creationId xmlns:a16="http://schemas.microsoft.com/office/drawing/2014/main" id="{A258B285-AE5E-473A-AA72-3C95E1D833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95" name="Freeform 49">
              <a:extLst>
                <a:ext uri="{FF2B5EF4-FFF2-40B4-BE49-F238E27FC236}">
                  <a16:creationId xmlns:a16="http://schemas.microsoft.com/office/drawing/2014/main" id="{7BEEDDE5-CB8A-4DF9-858F-4D9462D95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96" name="Freeform 50">
              <a:extLst>
                <a:ext uri="{FF2B5EF4-FFF2-40B4-BE49-F238E27FC236}">
                  <a16:creationId xmlns:a16="http://schemas.microsoft.com/office/drawing/2014/main" id="{DA1C731B-9B66-4D65-BF47-04B118107B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97" name="Freeform 51">
              <a:extLst>
                <a:ext uri="{FF2B5EF4-FFF2-40B4-BE49-F238E27FC236}">
                  <a16:creationId xmlns:a16="http://schemas.microsoft.com/office/drawing/2014/main" id="{58DBFEC6-C6DC-4B7A-934F-5A79EC3280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98" name="Freeform 52">
              <a:extLst>
                <a:ext uri="{FF2B5EF4-FFF2-40B4-BE49-F238E27FC236}">
                  <a16:creationId xmlns:a16="http://schemas.microsoft.com/office/drawing/2014/main" id="{9948D8CB-2DBE-4E48-98EA-DF9E2666A2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99" name="Freeform 53">
              <a:extLst>
                <a:ext uri="{FF2B5EF4-FFF2-40B4-BE49-F238E27FC236}">
                  <a16:creationId xmlns:a16="http://schemas.microsoft.com/office/drawing/2014/main" id="{56AB69F6-9F0B-4AB6-BCA8-AA2FD69E99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00" name="Freeform 54">
              <a:extLst>
                <a:ext uri="{FF2B5EF4-FFF2-40B4-BE49-F238E27FC236}">
                  <a16:creationId xmlns:a16="http://schemas.microsoft.com/office/drawing/2014/main" id="{0E7FB426-288D-4B0B-B73B-10CCC0EF41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01" name="Freeform 55">
              <a:extLst>
                <a:ext uri="{FF2B5EF4-FFF2-40B4-BE49-F238E27FC236}">
                  <a16:creationId xmlns:a16="http://schemas.microsoft.com/office/drawing/2014/main" id="{A5C59C6B-46C9-48C9-9F57-2EE738B531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02" name="Freeform 56">
              <a:extLst>
                <a:ext uri="{FF2B5EF4-FFF2-40B4-BE49-F238E27FC236}">
                  <a16:creationId xmlns:a16="http://schemas.microsoft.com/office/drawing/2014/main" id="{7CE85F33-17DC-4273-B06F-D171094449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03" name="Freeform 57">
              <a:extLst>
                <a:ext uri="{FF2B5EF4-FFF2-40B4-BE49-F238E27FC236}">
                  <a16:creationId xmlns:a16="http://schemas.microsoft.com/office/drawing/2014/main" id="{5CD001CF-F2C4-4810-A8D9-679F9F89E5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04" name="Freeform 58">
              <a:extLst>
                <a:ext uri="{FF2B5EF4-FFF2-40B4-BE49-F238E27FC236}">
                  <a16:creationId xmlns:a16="http://schemas.microsoft.com/office/drawing/2014/main" id="{69F4BCDD-D153-40D2-8DD1-2509EE0CE4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</p:grp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B66FAB-98AC-C6D5-8FB1-E855C5A3C879}"/>
              </a:ext>
            </a:extLst>
          </p:cNvPr>
          <p:cNvSpPr>
            <a:spLocks noGrp="1"/>
          </p:cNvSpPr>
          <p:nvPr>
            <p:ph sz="half" idx="2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4968958" y="2249487"/>
            <a:ext cx="6078453" cy="3541714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GB" sz="1400" b="1"/>
              <a:t>Multi-source Evidence Approach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GB" sz="1400"/>
              <a:t>Aggregating redirection depth, domain diversity, shortener detection, reputation, and behavioural cues improves detection of security threats.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GB" sz="1400" b="1"/>
              <a:t>Adaptable Security Strategies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GB" sz="1400"/>
              <a:t>Security strategies should be adaptable, reviewed regularly, and based on real incident analysis rather than static rules.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GB" sz="1400" b="1"/>
              <a:t>Focus on Explainability and Experience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GB" sz="1400"/>
              <a:t>Prioritising explainability and user experience is more effective than relying only on strict blocking mechanisms.</a:t>
            </a:r>
          </a:p>
        </p:txBody>
      </p:sp>
    </p:spTree>
    <p:extLst>
      <p:ext uri="{BB962C8B-B14F-4D97-AF65-F5344CB8AC3E}">
        <p14:creationId xmlns:p14="http://schemas.microsoft.com/office/powerpoint/2010/main" val="3715984441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BFC9644-673A-459F-B3C5-9310A4E50E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ADB9295-9645-4BF2-ADFD-75800B7FAD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20788" cy="6858001"/>
            <a:chOff x="-14288" y="0"/>
            <a:chExt cx="1220788" cy="6858001"/>
          </a:xfrm>
          <a:solidFill>
            <a:schemeClr val="bg2">
              <a:lumMod val="60000"/>
              <a:lumOff val="40000"/>
              <a:alpha val="60000"/>
            </a:schemeClr>
          </a:solidFill>
        </p:grpSpPr>
        <p:sp>
          <p:nvSpPr>
            <p:cNvPr id="12" name="Rectangle 5">
              <a:extLst>
                <a:ext uri="{FF2B5EF4-FFF2-40B4-BE49-F238E27FC236}">
                  <a16:creationId xmlns:a16="http://schemas.microsoft.com/office/drawing/2014/main" id="{95B061E9-E435-4E1B-B160-96584A1166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dec="http://schemas.microsoft.com/office/drawing/2017/decorative" xmlns:p16="http://schemas.microsoft.com/office/powerpoint/2015/main" xmlns:p202="http://schemas.microsoft.com/office/powerpoint/2020/02/main" xmlns:dgm="http://schemas.openxmlformats.org/drawingml/2006/diagram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3CD7972E-7D38-40EE-A80B-E2A848811E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dec="http://schemas.microsoft.com/office/drawing/2017/decorative" xmlns:p16="http://schemas.microsoft.com/office/powerpoint/2015/main" xmlns:p202="http://schemas.microsoft.com/office/powerpoint/2020/02/main" xmlns:dgm="http://schemas.openxmlformats.org/drawingml/2006/diagram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524A3B55-746F-419F-8CFF-5F3A4BE143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dec="http://schemas.microsoft.com/office/drawing/2017/decorative" xmlns:p16="http://schemas.microsoft.com/office/powerpoint/2015/main" xmlns:p202="http://schemas.microsoft.com/office/powerpoint/2020/02/main" xmlns:dgm="http://schemas.openxmlformats.org/drawingml/2006/diagram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5" name="Freeform 8">
              <a:extLst>
                <a:ext uri="{FF2B5EF4-FFF2-40B4-BE49-F238E27FC236}">
                  <a16:creationId xmlns:a16="http://schemas.microsoft.com/office/drawing/2014/main" id="{9C63219B-AD72-4494-935E-F5C70DB549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dec="http://schemas.microsoft.com/office/drawing/2017/decorative" xmlns:p16="http://schemas.microsoft.com/office/powerpoint/2015/main" xmlns:p202="http://schemas.microsoft.com/office/powerpoint/2020/02/main" xmlns:dgm="http://schemas.openxmlformats.org/drawingml/2006/diagram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6" name="Freeform 9">
              <a:extLst>
                <a:ext uri="{FF2B5EF4-FFF2-40B4-BE49-F238E27FC236}">
                  <a16:creationId xmlns:a16="http://schemas.microsoft.com/office/drawing/2014/main" id="{15B41FD2-05E2-44E7-8760-09E65D1C60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dec="http://schemas.microsoft.com/office/drawing/2017/decorative" xmlns:p16="http://schemas.microsoft.com/office/powerpoint/2015/main" xmlns:p202="http://schemas.microsoft.com/office/powerpoint/2020/02/main" xmlns:dgm="http://schemas.openxmlformats.org/drawingml/2006/diagram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7" name="Freeform 10">
              <a:extLst>
                <a:ext uri="{FF2B5EF4-FFF2-40B4-BE49-F238E27FC236}">
                  <a16:creationId xmlns:a16="http://schemas.microsoft.com/office/drawing/2014/main" id="{FE6D63D0-3347-4EE2-8F65-F1C32168FA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dec="http://schemas.microsoft.com/office/drawing/2017/decorative" xmlns:p16="http://schemas.microsoft.com/office/powerpoint/2015/main" xmlns:p202="http://schemas.microsoft.com/office/powerpoint/2020/02/main" xmlns:dgm="http://schemas.openxmlformats.org/drawingml/2006/diagram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8" name="Freeform 11">
              <a:extLst>
                <a:ext uri="{FF2B5EF4-FFF2-40B4-BE49-F238E27FC236}">
                  <a16:creationId xmlns:a16="http://schemas.microsoft.com/office/drawing/2014/main" id="{538A46A3-DB16-45D5-B636-03EFE39FE9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dec="http://schemas.microsoft.com/office/drawing/2017/decorative" xmlns:p16="http://schemas.microsoft.com/office/powerpoint/2015/main" xmlns:p202="http://schemas.microsoft.com/office/powerpoint/2020/02/main" xmlns:dgm="http://schemas.openxmlformats.org/drawingml/2006/diagram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9" name="Freeform 12">
              <a:extLst>
                <a:ext uri="{FF2B5EF4-FFF2-40B4-BE49-F238E27FC236}">
                  <a16:creationId xmlns:a16="http://schemas.microsoft.com/office/drawing/2014/main" id="{0B8A2B0E-823F-4BE8-9359-45143BB124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dec="http://schemas.microsoft.com/office/drawing/2017/decorative" xmlns:p16="http://schemas.microsoft.com/office/powerpoint/2015/main" xmlns:p202="http://schemas.microsoft.com/office/powerpoint/2020/02/main" xmlns:dgm="http://schemas.openxmlformats.org/drawingml/2006/diagram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0" name="Freeform 13">
              <a:extLst>
                <a:ext uri="{FF2B5EF4-FFF2-40B4-BE49-F238E27FC236}">
                  <a16:creationId xmlns:a16="http://schemas.microsoft.com/office/drawing/2014/main" id="{44516B3C-A8BE-46FC-B643-3DFEB7F283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dec="http://schemas.microsoft.com/office/drawing/2017/decorative" xmlns:p16="http://schemas.microsoft.com/office/powerpoint/2015/main" xmlns:p202="http://schemas.microsoft.com/office/powerpoint/2020/02/main" xmlns:dgm="http://schemas.openxmlformats.org/drawingml/2006/diagram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1" name="Freeform 14">
              <a:extLst>
                <a:ext uri="{FF2B5EF4-FFF2-40B4-BE49-F238E27FC236}">
                  <a16:creationId xmlns:a16="http://schemas.microsoft.com/office/drawing/2014/main" id="{59FD699C-3920-4E57-BE27-165A3F036C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dec="http://schemas.microsoft.com/office/drawing/2017/decorative" xmlns:p16="http://schemas.microsoft.com/office/powerpoint/2015/main" xmlns:p202="http://schemas.microsoft.com/office/powerpoint/2020/02/main" xmlns:dgm="http://schemas.openxmlformats.org/drawingml/2006/diagram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2" name="Freeform 15">
              <a:extLst>
                <a:ext uri="{FF2B5EF4-FFF2-40B4-BE49-F238E27FC236}">
                  <a16:creationId xmlns:a16="http://schemas.microsoft.com/office/drawing/2014/main" id="{0FB0C02E-3F53-4889-8ADF-80DBC43F69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dec="http://schemas.microsoft.com/office/drawing/2017/decorative" xmlns:p16="http://schemas.microsoft.com/office/powerpoint/2015/main" xmlns:p202="http://schemas.microsoft.com/office/powerpoint/2020/02/main" xmlns:dgm="http://schemas.openxmlformats.org/drawingml/2006/diagram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3" name="Line 16">
              <a:extLst>
                <a:ext uri="{FF2B5EF4-FFF2-40B4-BE49-F238E27FC236}">
                  <a16:creationId xmlns:a16="http://schemas.microsoft.com/office/drawing/2014/main" id="{F8A0C89C-946F-4BCD-8A27-BB73E37FE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24" name="Freeform 17">
              <a:extLst>
                <a:ext uri="{FF2B5EF4-FFF2-40B4-BE49-F238E27FC236}">
                  <a16:creationId xmlns:a16="http://schemas.microsoft.com/office/drawing/2014/main" id="{70C83EAF-4E92-4849-A240-B257871DC0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dec="http://schemas.microsoft.com/office/drawing/2017/decorative" xmlns:p16="http://schemas.microsoft.com/office/powerpoint/2015/main" xmlns:p202="http://schemas.microsoft.com/office/powerpoint/2020/02/main" xmlns:dgm="http://schemas.openxmlformats.org/drawingml/2006/diagram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5" name="Freeform 18">
              <a:extLst>
                <a:ext uri="{FF2B5EF4-FFF2-40B4-BE49-F238E27FC236}">
                  <a16:creationId xmlns:a16="http://schemas.microsoft.com/office/drawing/2014/main" id="{320FD164-4D7A-469C-B3F4-B926BFACF5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dec="http://schemas.microsoft.com/office/drawing/2017/decorative" xmlns:p16="http://schemas.microsoft.com/office/powerpoint/2015/main" xmlns:p202="http://schemas.microsoft.com/office/powerpoint/2020/02/main" xmlns:dgm="http://schemas.openxmlformats.org/drawingml/2006/diagram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6" name="Freeform 19">
              <a:extLst>
                <a:ext uri="{FF2B5EF4-FFF2-40B4-BE49-F238E27FC236}">
                  <a16:creationId xmlns:a16="http://schemas.microsoft.com/office/drawing/2014/main" id="{F6E14D9A-4E63-48FF-95C5-9E8DDFF86C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dec="http://schemas.microsoft.com/office/drawing/2017/decorative" xmlns:p16="http://schemas.microsoft.com/office/powerpoint/2015/main" xmlns:p202="http://schemas.microsoft.com/office/powerpoint/2020/02/main" xmlns:dgm="http://schemas.openxmlformats.org/drawingml/2006/diagram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7" name="Freeform 20">
              <a:extLst>
                <a:ext uri="{FF2B5EF4-FFF2-40B4-BE49-F238E27FC236}">
                  <a16:creationId xmlns:a16="http://schemas.microsoft.com/office/drawing/2014/main" id="{F3DCD24F-3CA8-4404-B22C-E4C928995F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dec="http://schemas.microsoft.com/office/drawing/2017/decorative" xmlns:p16="http://schemas.microsoft.com/office/powerpoint/2015/main" xmlns:p202="http://schemas.microsoft.com/office/powerpoint/2020/02/main" xmlns:dgm="http://schemas.openxmlformats.org/drawingml/2006/diagram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8" name="Rectangle 21">
              <a:extLst>
                <a:ext uri="{FF2B5EF4-FFF2-40B4-BE49-F238E27FC236}">
                  <a16:creationId xmlns:a16="http://schemas.microsoft.com/office/drawing/2014/main" id="{8AD2E827-32A3-4BE4-9CC6-8315629177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dec="http://schemas.microsoft.com/office/drawing/2017/decorative" xmlns:p16="http://schemas.microsoft.com/office/powerpoint/2015/main" xmlns:p202="http://schemas.microsoft.com/office/powerpoint/2020/02/main" xmlns:dgm="http://schemas.openxmlformats.org/drawingml/2006/diagram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9" name="Freeform 22">
              <a:extLst>
                <a:ext uri="{FF2B5EF4-FFF2-40B4-BE49-F238E27FC236}">
                  <a16:creationId xmlns:a16="http://schemas.microsoft.com/office/drawing/2014/main" id="{47FB2CCC-1230-494F-B2D1-F05E5B8EDF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dec="http://schemas.microsoft.com/office/drawing/2017/decorative" xmlns:p16="http://schemas.microsoft.com/office/powerpoint/2015/main" xmlns:p202="http://schemas.microsoft.com/office/powerpoint/2020/02/main" xmlns:dgm="http://schemas.openxmlformats.org/drawingml/2006/diagram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30" name="Freeform 23">
              <a:extLst>
                <a:ext uri="{FF2B5EF4-FFF2-40B4-BE49-F238E27FC236}">
                  <a16:creationId xmlns:a16="http://schemas.microsoft.com/office/drawing/2014/main" id="{A5F44514-9274-47E3-9243-CA9356C166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dec="http://schemas.microsoft.com/office/drawing/2017/decorative" xmlns:p16="http://schemas.microsoft.com/office/powerpoint/2015/main" xmlns:p202="http://schemas.microsoft.com/office/powerpoint/2020/02/main" xmlns:dgm="http://schemas.openxmlformats.org/drawingml/2006/diagram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31" name="Freeform 24">
              <a:extLst>
                <a:ext uri="{FF2B5EF4-FFF2-40B4-BE49-F238E27FC236}">
                  <a16:creationId xmlns:a16="http://schemas.microsoft.com/office/drawing/2014/main" id="{D06192CD-AD86-4DCA-8B53-4ACCA46583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dec="http://schemas.microsoft.com/office/drawing/2017/decorative" xmlns:p16="http://schemas.microsoft.com/office/powerpoint/2015/main" xmlns:p202="http://schemas.microsoft.com/office/powerpoint/2020/02/main" xmlns:dgm="http://schemas.openxmlformats.org/drawingml/2006/diagram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32" name="Freeform 25">
              <a:extLst>
                <a:ext uri="{FF2B5EF4-FFF2-40B4-BE49-F238E27FC236}">
                  <a16:creationId xmlns:a16="http://schemas.microsoft.com/office/drawing/2014/main" id="{99E9203A-21E4-46D8-981A-4B28CA320A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dec="http://schemas.microsoft.com/office/drawing/2017/decorative" xmlns:p16="http://schemas.microsoft.com/office/powerpoint/2015/main" xmlns:p202="http://schemas.microsoft.com/office/powerpoint/2020/02/main" xmlns:dgm="http://schemas.openxmlformats.org/drawingml/2006/diagram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33" name="Freeform 26">
              <a:extLst>
                <a:ext uri="{FF2B5EF4-FFF2-40B4-BE49-F238E27FC236}">
                  <a16:creationId xmlns:a16="http://schemas.microsoft.com/office/drawing/2014/main" id="{32FCE9B6-FB52-4045-8DCC-E5959B9A40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dec="http://schemas.microsoft.com/office/drawing/2017/decorative" xmlns:p16="http://schemas.microsoft.com/office/powerpoint/2015/main" xmlns:p202="http://schemas.microsoft.com/office/powerpoint/2020/02/main" xmlns:dgm="http://schemas.openxmlformats.org/drawingml/2006/diagram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34" name="Freeform 27">
              <a:extLst>
                <a:ext uri="{FF2B5EF4-FFF2-40B4-BE49-F238E27FC236}">
                  <a16:creationId xmlns:a16="http://schemas.microsoft.com/office/drawing/2014/main" id="{E4A7025C-CDE8-429A-BBB9-E7380C9623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dec="http://schemas.microsoft.com/office/drawing/2017/decorative" xmlns:p16="http://schemas.microsoft.com/office/powerpoint/2015/main" xmlns:p202="http://schemas.microsoft.com/office/powerpoint/2020/02/main" xmlns:dgm="http://schemas.openxmlformats.org/drawingml/2006/diagram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35" name="Freeform 28">
              <a:extLst>
                <a:ext uri="{FF2B5EF4-FFF2-40B4-BE49-F238E27FC236}">
                  <a16:creationId xmlns:a16="http://schemas.microsoft.com/office/drawing/2014/main" id="{A4EA0256-5DF5-437A-98A7-B79F3E6BB8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dec="http://schemas.microsoft.com/office/drawing/2017/decorative" xmlns:p16="http://schemas.microsoft.com/office/powerpoint/2015/main" xmlns:p202="http://schemas.microsoft.com/office/powerpoint/2020/02/main" xmlns:dgm="http://schemas.openxmlformats.org/drawingml/2006/diagram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36" name="Freeform 29">
              <a:extLst>
                <a:ext uri="{FF2B5EF4-FFF2-40B4-BE49-F238E27FC236}">
                  <a16:creationId xmlns:a16="http://schemas.microsoft.com/office/drawing/2014/main" id="{90C9433D-9E1C-493B-BEBD-C3081FFA32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dec="http://schemas.microsoft.com/office/drawing/2017/decorative" xmlns:p16="http://schemas.microsoft.com/office/powerpoint/2015/main" xmlns:p202="http://schemas.microsoft.com/office/powerpoint/2020/02/main" xmlns:dgm="http://schemas.openxmlformats.org/drawingml/2006/diagram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37" name="Freeform 30">
              <a:extLst>
                <a:ext uri="{FF2B5EF4-FFF2-40B4-BE49-F238E27FC236}">
                  <a16:creationId xmlns:a16="http://schemas.microsoft.com/office/drawing/2014/main" id="{352B39BB-F298-4285-A709-1FBA0CB72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dec="http://schemas.microsoft.com/office/drawing/2017/decorative" xmlns:p16="http://schemas.microsoft.com/office/powerpoint/2015/main" xmlns:p202="http://schemas.microsoft.com/office/powerpoint/2020/02/main" xmlns:dgm="http://schemas.openxmlformats.org/drawingml/2006/diagram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38" name="Freeform 31">
              <a:extLst>
                <a:ext uri="{FF2B5EF4-FFF2-40B4-BE49-F238E27FC236}">
                  <a16:creationId xmlns:a16="http://schemas.microsoft.com/office/drawing/2014/main" id="{31CAF2A0-CBA0-4E86-AA87-8750EC1AFB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dec="http://schemas.microsoft.com/office/drawing/2017/decorative" xmlns:p16="http://schemas.microsoft.com/office/powerpoint/2015/main" xmlns:p202="http://schemas.microsoft.com/office/powerpoint/2020/02/main" xmlns:dgm="http://schemas.openxmlformats.org/drawingml/2006/diagram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4722CE7-4784-684A-E255-5E552FAAE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9015" y="1093787"/>
            <a:ext cx="3059969" cy="4697413"/>
          </a:xfrm>
        </p:spPr>
        <p:txBody>
          <a:bodyPr>
            <a:normAutofit/>
          </a:bodyPr>
          <a:lstStyle/>
          <a:p>
            <a:r>
              <a:rPr lang="pt-PT"/>
              <a:t>Meet Team 10</a:t>
            </a:r>
          </a:p>
        </p:txBody>
      </p:sp>
      <p:sp useBgFill="1">
        <p:nvSpPr>
          <p:cNvPr id="40" name="Round Diagonal Corner Rectangle 7">
            <a:extLst>
              <a:ext uri="{FF2B5EF4-FFF2-40B4-BE49-F238E27FC236}">
                <a16:creationId xmlns:a16="http://schemas.microsoft.com/office/drawing/2014/main" id="{7D1C411D-0818-4640-8657-2AF78250C8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25084" y="0"/>
            <a:ext cx="7566916" cy="6848476"/>
          </a:xfrm>
          <a:prstGeom prst="round2DiagRect">
            <a:avLst>
              <a:gd name="adj1" fmla="val 0"/>
              <a:gd name="adj2" fmla="val 0"/>
            </a:avLst>
          </a:prstGeom>
          <a:ln w="19050" cap="sq"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5E6962-D8AB-0661-2C85-9922CBB7D135}"/>
              </a:ext>
            </a:extLst>
          </p:cNvPr>
          <p:cNvSpPr txBox="1"/>
          <p:nvPr/>
        </p:nvSpPr>
        <p:spPr>
          <a:xfrm>
            <a:off x="5197489" y="2022218"/>
            <a:ext cx="642210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3200" dirty="0"/>
              <a:t>ARSÉNIO FERRAZ – 1010137</a:t>
            </a:r>
          </a:p>
          <a:p>
            <a:r>
              <a:rPr lang="pt-PT" sz="3200" dirty="0"/>
              <a:t>BRUNO CAMARNEIRO – 1250422</a:t>
            </a:r>
          </a:p>
          <a:p>
            <a:r>
              <a:rPr lang="pt-PT" sz="3200" dirty="0"/>
              <a:t>CÉSAR VIEIRA – 1241523</a:t>
            </a:r>
          </a:p>
          <a:p>
            <a:r>
              <a:rPr lang="pt-PT" sz="3200" dirty="0"/>
              <a:t>GUSTAVO LIMA – 1221349</a:t>
            </a:r>
          </a:p>
          <a:p>
            <a:r>
              <a:rPr lang="pt-PT" sz="3200" dirty="0"/>
              <a:t>RUI SOARES - 1221283</a:t>
            </a:r>
          </a:p>
        </p:txBody>
      </p:sp>
    </p:spTree>
    <p:extLst>
      <p:ext uri="{BB962C8B-B14F-4D97-AF65-F5344CB8AC3E}">
        <p14:creationId xmlns:p14="http://schemas.microsoft.com/office/powerpoint/2010/main" val="130106000"/>
      </p:ext>
    </p:extLst>
  </p:cSld>
  <p:clrMapOvr>
    <a:masterClrMapping/>
  </p:clrMapOvr>
  <p:transition>
    <p:fade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39</TotalTime>
  <Words>852</Words>
  <Application>Microsoft Macintosh PowerPoint</Application>
  <PresentationFormat>Widescreen</PresentationFormat>
  <Paragraphs>63</Paragraphs>
  <Slides>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Arial</vt:lpstr>
      <vt:lpstr>Tw Cen MT</vt:lpstr>
      <vt:lpstr>Circuit</vt:lpstr>
      <vt:lpstr>Challenge 1 Phishing Detection in Cybersecurity</vt:lpstr>
      <vt:lpstr>Tackling Phishing Threats</vt:lpstr>
      <vt:lpstr>Key Project Objectives</vt:lpstr>
      <vt:lpstr>Expert Knowledge Foundations</vt:lpstr>
      <vt:lpstr>Knowledge Acquisition Process</vt:lpstr>
      <vt:lpstr>Two-Phase Risk Detection Engine</vt:lpstr>
      <vt:lpstr>PowerPoint Presentation</vt:lpstr>
      <vt:lpstr>Key Findings and Insights</vt:lpstr>
      <vt:lpstr>Meet Team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Arsénio Ferraz | Torpedo.pt</dc:creator>
  <cp:lastModifiedBy>Arsénio Ferraz | Torpedo.pt</cp:lastModifiedBy>
  <cp:revision>5</cp:revision>
  <dcterms:created xsi:type="dcterms:W3CDTF">2025-10-13T20:01:06Z</dcterms:created>
  <dcterms:modified xsi:type="dcterms:W3CDTF">2025-10-13T20:41:06Z</dcterms:modified>
</cp:coreProperties>
</file>